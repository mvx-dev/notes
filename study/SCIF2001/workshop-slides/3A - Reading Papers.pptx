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6" r:id="rId7"/>
    <p:sldId id="267" r:id="rId8"/>
    <p:sldId id="269" r:id="rId9"/>
    <p:sldId id="272" r:id="rId10"/>
    <p:sldId id="260" r:id="rId11"/>
    <p:sldId id="261" r:id="rId12"/>
    <p:sldId id="268" r:id="rId13"/>
    <p:sldId id="265" r:id="rId14"/>
    <p:sldId id="259" r:id="rId15"/>
    <p:sldId id="258" r:id="rId16"/>
    <p:sldId id="264" r:id="rId17"/>
    <p:sldId id="270" r:id="rId18"/>
    <p:sldId id="263"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82" autoAdjust="0"/>
    <p:restoredTop sz="94661"/>
  </p:normalViewPr>
  <p:slideViewPr>
    <p:cSldViewPr snapToGrid="0">
      <p:cViewPr varScale="1">
        <p:scale>
          <a:sx n="148" d="100"/>
          <a:sy n="148" d="100"/>
        </p:scale>
        <p:origin x="2178"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u Sridhar" userId="08e7a136-92ea-4f4a-ad38-07a8c829a2b6" providerId="ADAL" clId="{9E87D6F6-FAFB-4634-843E-E9B7DE2B0241}"/>
    <pc:docChg chg="undo custSel addSld modSld sldOrd">
      <pc:chgData name="Tanu Sridhar" userId="08e7a136-92ea-4f4a-ad38-07a8c829a2b6" providerId="ADAL" clId="{9E87D6F6-FAFB-4634-843E-E9B7DE2B0241}" dt="2026-08-25T03:38:43.408" v="1193" actId="20577"/>
      <pc:docMkLst>
        <pc:docMk/>
      </pc:docMkLst>
      <pc:sldChg chg="modSp mod">
        <pc:chgData name="Tanu Sridhar" userId="08e7a136-92ea-4f4a-ad38-07a8c829a2b6" providerId="ADAL" clId="{9E87D6F6-FAFB-4634-843E-E9B7DE2B0241}" dt="2026-08-11T05:40:50.763" v="99" actId="20577"/>
        <pc:sldMkLst>
          <pc:docMk/>
          <pc:sldMk cId="4216455613" sldId="257"/>
        </pc:sldMkLst>
        <pc:graphicFrameChg chg="modGraphic">
          <ac:chgData name="Tanu Sridhar" userId="08e7a136-92ea-4f4a-ad38-07a8c829a2b6" providerId="ADAL" clId="{9E87D6F6-FAFB-4634-843E-E9B7DE2B0241}" dt="2026-08-11T05:40:50.763" v="99" actId="20577"/>
          <ac:graphicFrameMkLst>
            <pc:docMk/>
            <pc:sldMk cId="4216455613" sldId="257"/>
            <ac:graphicFrameMk id="4" creationId="{1B5B7AFE-5F80-3346-773F-A35796DAD6CC}"/>
          </ac:graphicFrameMkLst>
        </pc:graphicFrameChg>
      </pc:sldChg>
      <pc:sldChg chg="modSp mod ord">
        <pc:chgData name="Tanu Sridhar" userId="08e7a136-92ea-4f4a-ad38-07a8c829a2b6" providerId="ADAL" clId="{9E87D6F6-FAFB-4634-843E-E9B7DE2B0241}" dt="2026-08-11T06:19:59.881" v="721" actId="113"/>
        <pc:sldMkLst>
          <pc:docMk/>
          <pc:sldMk cId="376592114" sldId="258"/>
        </pc:sldMkLst>
        <pc:spChg chg="mod">
          <ac:chgData name="Tanu Sridhar" userId="08e7a136-92ea-4f4a-ad38-07a8c829a2b6" providerId="ADAL" clId="{9E87D6F6-FAFB-4634-843E-E9B7DE2B0241}" dt="2026-08-11T06:19:11.713" v="673" actId="20577"/>
          <ac:spMkLst>
            <pc:docMk/>
            <pc:sldMk cId="376592114" sldId="258"/>
            <ac:spMk id="2" creationId="{FB02F18E-21DC-A1FA-11F2-81E001EA3D1C}"/>
          </ac:spMkLst>
        </pc:spChg>
        <pc:spChg chg="mod">
          <ac:chgData name="Tanu Sridhar" userId="08e7a136-92ea-4f4a-ad38-07a8c829a2b6" providerId="ADAL" clId="{9E87D6F6-FAFB-4634-843E-E9B7DE2B0241}" dt="2026-08-11T06:19:59.881" v="721" actId="113"/>
          <ac:spMkLst>
            <pc:docMk/>
            <pc:sldMk cId="376592114" sldId="258"/>
            <ac:spMk id="3" creationId="{019A333B-111C-5AD4-AB8A-D776E8ECEA9A}"/>
          </ac:spMkLst>
        </pc:spChg>
      </pc:sldChg>
      <pc:sldChg chg="modSp mod">
        <pc:chgData name="Tanu Sridhar" userId="08e7a136-92ea-4f4a-ad38-07a8c829a2b6" providerId="ADAL" clId="{9E87D6F6-FAFB-4634-843E-E9B7DE2B0241}" dt="2026-08-25T03:34:55.277" v="1189" actId="1076"/>
        <pc:sldMkLst>
          <pc:docMk/>
          <pc:sldMk cId="3523972323" sldId="261"/>
        </pc:sldMkLst>
        <pc:spChg chg="mod">
          <ac:chgData name="Tanu Sridhar" userId="08e7a136-92ea-4f4a-ad38-07a8c829a2b6" providerId="ADAL" clId="{9E87D6F6-FAFB-4634-843E-E9B7DE2B0241}" dt="2026-08-25T03:34:55.277" v="1189" actId="1076"/>
          <ac:spMkLst>
            <pc:docMk/>
            <pc:sldMk cId="3523972323" sldId="261"/>
            <ac:spMk id="9" creationId="{6C9778FA-4857-60B9-4A61-454FD47A8035}"/>
          </ac:spMkLst>
        </pc:spChg>
        <pc:graphicFrameChg chg="mod">
          <ac:chgData name="Tanu Sridhar" userId="08e7a136-92ea-4f4a-ad38-07a8c829a2b6" providerId="ADAL" clId="{9E87D6F6-FAFB-4634-843E-E9B7DE2B0241}" dt="2026-08-25T03:34:18.055" v="1169" actId="12100"/>
          <ac:graphicFrameMkLst>
            <pc:docMk/>
            <pc:sldMk cId="3523972323" sldId="261"/>
            <ac:graphicFrameMk id="7" creationId="{95A190EE-2C4E-FA0C-7532-DD4C2A6343C0}"/>
          </ac:graphicFrameMkLst>
        </pc:graphicFrameChg>
      </pc:sldChg>
      <pc:sldChg chg="modSp mod">
        <pc:chgData name="Tanu Sridhar" userId="08e7a136-92ea-4f4a-ad38-07a8c829a2b6" providerId="ADAL" clId="{9E87D6F6-FAFB-4634-843E-E9B7DE2B0241}" dt="2026-08-11T05:42:33.706" v="113" actId="20577"/>
        <pc:sldMkLst>
          <pc:docMk/>
          <pc:sldMk cId="3857803960" sldId="263"/>
        </pc:sldMkLst>
        <pc:spChg chg="mod">
          <ac:chgData name="Tanu Sridhar" userId="08e7a136-92ea-4f4a-ad38-07a8c829a2b6" providerId="ADAL" clId="{9E87D6F6-FAFB-4634-843E-E9B7DE2B0241}" dt="2026-08-11T05:42:33.706" v="113" actId="20577"/>
          <ac:spMkLst>
            <pc:docMk/>
            <pc:sldMk cId="3857803960" sldId="263"/>
            <ac:spMk id="3" creationId="{0C1D46A8-47E7-A70E-A775-9FB3ECB2C554}"/>
          </ac:spMkLst>
        </pc:spChg>
      </pc:sldChg>
      <pc:sldChg chg="modSp new mod">
        <pc:chgData name="Tanu Sridhar" userId="08e7a136-92ea-4f4a-ad38-07a8c829a2b6" providerId="ADAL" clId="{9E87D6F6-FAFB-4634-843E-E9B7DE2B0241}" dt="2026-08-11T06:02:36.742" v="585" actId="21"/>
        <pc:sldMkLst>
          <pc:docMk/>
          <pc:sldMk cId="2929800853" sldId="264"/>
        </pc:sldMkLst>
        <pc:spChg chg="mod">
          <ac:chgData name="Tanu Sridhar" userId="08e7a136-92ea-4f4a-ad38-07a8c829a2b6" providerId="ADAL" clId="{9E87D6F6-FAFB-4634-843E-E9B7DE2B0241}" dt="2026-08-11T05:44:12.924" v="116" actId="14100"/>
          <ac:spMkLst>
            <pc:docMk/>
            <pc:sldMk cId="2929800853" sldId="264"/>
            <ac:spMk id="2" creationId="{BC90D69C-E98F-234B-2F04-00A49EE93D84}"/>
          </ac:spMkLst>
        </pc:spChg>
        <pc:spChg chg="mod">
          <ac:chgData name="Tanu Sridhar" userId="08e7a136-92ea-4f4a-ad38-07a8c829a2b6" providerId="ADAL" clId="{9E87D6F6-FAFB-4634-843E-E9B7DE2B0241}" dt="2026-08-11T06:02:36.742" v="585" actId="21"/>
          <ac:spMkLst>
            <pc:docMk/>
            <pc:sldMk cId="2929800853" sldId="264"/>
            <ac:spMk id="3" creationId="{41222A5F-F460-FFD3-6C8A-76DFD3AB21D9}"/>
          </ac:spMkLst>
        </pc:spChg>
      </pc:sldChg>
      <pc:sldChg chg="modSp new mod">
        <pc:chgData name="Tanu Sridhar" userId="08e7a136-92ea-4f4a-ad38-07a8c829a2b6" providerId="ADAL" clId="{9E87D6F6-FAFB-4634-843E-E9B7DE2B0241}" dt="2026-08-25T03:38:43.408" v="1193" actId="20577"/>
        <pc:sldMkLst>
          <pc:docMk/>
          <pc:sldMk cId="485741039" sldId="265"/>
        </pc:sldMkLst>
        <pc:spChg chg="mod">
          <ac:chgData name="Tanu Sridhar" userId="08e7a136-92ea-4f4a-ad38-07a8c829a2b6" providerId="ADAL" clId="{9E87D6F6-FAFB-4634-843E-E9B7DE2B0241}" dt="2026-08-25T03:38:43.408" v="1193" actId="20577"/>
          <ac:spMkLst>
            <pc:docMk/>
            <pc:sldMk cId="485741039" sldId="265"/>
            <ac:spMk id="3" creationId="{3880BAF4-B830-9079-0F7C-D92E1B42BAC2}"/>
          </ac:spMkLst>
        </pc:spChg>
      </pc:sldChg>
      <pc:sldChg chg="modSp new mod">
        <pc:chgData name="Tanu Sridhar" userId="08e7a136-92ea-4f4a-ad38-07a8c829a2b6" providerId="ADAL" clId="{9E87D6F6-FAFB-4634-843E-E9B7DE2B0241}" dt="2026-08-11T06:29:40.574" v="882" actId="20577"/>
        <pc:sldMkLst>
          <pc:docMk/>
          <pc:sldMk cId="52541367" sldId="266"/>
        </pc:sldMkLst>
        <pc:spChg chg="mod">
          <ac:chgData name="Tanu Sridhar" userId="08e7a136-92ea-4f4a-ad38-07a8c829a2b6" providerId="ADAL" clId="{9E87D6F6-FAFB-4634-843E-E9B7DE2B0241}" dt="2026-08-11T06:25:58.410" v="866" actId="20577"/>
          <ac:spMkLst>
            <pc:docMk/>
            <pc:sldMk cId="52541367" sldId="266"/>
            <ac:spMk id="2" creationId="{F3C5692E-9FAB-3647-4467-59566472B5C6}"/>
          </ac:spMkLst>
        </pc:spChg>
        <pc:spChg chg="mod">
          <ac:chgData name="Tanu Sridhar" userId="08e7a136-92ea-4f4a-ad38-07a8c829a2b6" providerId="ADAL" clId="{9E87D6F6-FAFB-4634-843E-E9B7DE2B0241}" dt="2026-08-11T06:29:40.574" v="882" actId="20577"/>
          <ac:spMkLst>
            <pc:docMk/>
            <pc:sldMk cId="52541367" sldId="266"/>
            <ac:spMk id="3" creationId="{4016E91A-16AA-CA41-9740-CD9BB570793F}"/>
          </ac:spMkLst>
        </pc:spChg>
      </pc:sldChg>
      <pc:sldChg chg="addSp delSp modSp new mod">
        <pc:chgData name="Tanu Sridhar" userId="08e7a136-92ea-4f4a-ad38-07a8c829a2b6" providerId="ADAL" clId="{9E87D6F6-FAFB-4634-843E-E9B7DE2B0241}" dt="2026-08-11T06:42:56.421" v="1049" actId="1076"/>
        <pc:sldMkLst>
          <pc:docMk/>
          <pc:sldMk cId="2337292102" sldId="267"/>
        </pc:sldMkLst>
        <pc:spChg chg="mod">
          <ac:chgData name="Tanu Sridhar" userId="08e7a136-92ea-4f4a-ad38-07a8c829a2b6" providerId="ADAL" clId="{9E87D6F6-FAFB-4634-843E-E9B7DE2B0241}" dt="2026-08-11T06:37:50.593" v="1023" actId="20577"/>
          <ac:spMkLst>
            <pc:docMk/>
            <pc:sldMk cId="2337292102" sldId="267"/>
            <ac:spMk id="2" creationId="{B61794D8-BBEE-94C3-C757-C341FBDB9FF9}"/>
          </ac:spMkLst>
        </pc:spChg>
        <pc:spChg chg="add mod">
          <ac:chgData name="Tanu Sridhar" userId="08e7a136-92ea-4f4a-ad38-07a8c829a2b6" providerId="ADAL" clId="{9E87D6F6-FAFB-4634-843E-E9B7DE2B0241}" dt="2026-08-11T06:42:51.132" v="1047" actId="14100"/>
          <ac:spMkLst>
            <pc:docMk/>
            <pc:sldMk cId="2337292102" sldId="267"/>
            <ac:spMk id="8" creationId="{32B4BAB1-F809-E0BD-4F73-9A28AD8C40DF}"/>
          </ac:spMkLst>
        </pc:spChg>
        <pc:spChg chg="add mod">
          <ac:chgData name="Tanu Sridhar" userId="08e7a136-92ea-4f4a-ad38-07a8c829a2b6" providerId="ADAL" clId="{9E87D6F6-FAFB-4634-843E-E9B7DE2B0241}" dt="2026-08-11T06:42:56.421" v="1049" actId="1076"/>
          <ac:spMkLst>
            <pc:docMk/>
            <pc:sldMk cId="2337292102" sldId="267"/>
            <ac:spMk id="10" creationId="{C1CFF1EB-83AD-F4FB-3B21-FA951DDB27D2}"/>
          </ac:spMkLst>
        </pc:spChg>
        <pc:graphicFrameChg chg="add mod modGraphic">
          <ac:chgData name="Tanu Sridhar" userId="08e7a136-92ea-4f4a-ad38-07a8c829a2b6" providerId="ADAL" clId="{9E87D6F6-FAFB-4634-843E-E9B7DE2B0241}" dt="2026-08-11T06:41:16.801" v="1028" actId="1076"/>
          <ac:graphicFrameMkLst>
            <pc:docMk/>
            <pc:sldMk cId="2337292102" sldId="267"/>
            <ac:graphicFrameMk id="4" creationId="{3AA5BB2B-9A99-D81A-3947-74B4C67E41ED}"/>
          </ac:graphicFrameMkLst>
        </pc:graphicFrameChg>
        <pc:picChg chg="add mod">
          <ac:chgData name="Tanu Sridhar" userId="08e7a136-92ea-4f4a-ad38-07a8c829a2b6" providerId="ADAL" clId="{9E87D6F6-FAFB-4634-843E-E9B7DE2B0241}" dt="2026-08-11T06:42:56.421" v="1049" actId="1076"/>
          <ac:picMkLst>
            <pc:docMk/>
            <pc:sldMk cId="2337292102" sldId="267"/>
            <ac:picMk id="6" creationId="{EE2DFD2B-73C5-45B7-154C-E4F80648CAD4}"/>
          </ac:picMkLst>
        </pc:picChg>
      </pc:sldChg>
      <pc:sldChg chg="modSp mod">
        <pc:chgData name="Tanu Sridhar" userId="08e7a136-92ea-4f4a-ad38-07a8c829a2b6" providerId="ADAL" clId="{9E87D6F6-FAFB-4634-843E-E9B7DE2B0241}" dt="2026-08-25T03:32:04.700" v="1168" actId="20577"/>
        <pc:sldMkLst>
          <pc:docMk/>
          <pc:sldMk cId="2510131507" sldId="270"/>
        </pc:sldMkLst>
        <pc:spChg chg="mod">
          <ac:chgData name="Tanu Sridhar" userId="08e7a136-92ea-4f4a-ad38-07a8c829a2b6" providerId="ADAL" clId="{9E87D6F6-FAFB-4634-843E-E9B7DE2B0241}" dt="2026-08-25T03:32:04.700" v="1168" actId="20577"/>
          <ac:spMkLst>
            <pc:docMk/>
            <pc:sldMk cId="2510131507" sldId="270"/>
            <ac:spMk id="6" creationId="{280B33B5-A821-859E-191D-0D7DD5324786}"/>
          </ac:spMkLst>
        </pc:spChg>
        <pc:graphicFrameChg chg="modGraphic">
          <ac:chgData name="Tanu Sridhar" userId="08e7a136-92ea-4f4a-ad38-07a8c829a2b6" providerId="ADAL" clId="{9E87D6F6-FAFB-4634-843E-E9B7DE2B0241}" dt="2026-08-25T03:31:19.834" v="1102" actId="20577"/>
          <ac:graphicFrameMkLst>
            <pc:docMk/>
            <pc:sldMk cId="2510131507" sldId="270"/>
            <ac:graphicFrameMk id="5" creationId="{FF1709C4-F1BC-F93F-840F-C485724AB30D}"/>
          </ac:graphicFrameMkLst>
        </pc:graphicFrameChg>
      </pc:sldChg>
    </pc:docChg>
  </pc:docChgLst>
  <pc:docChgLst>
    <pc:chgData name="Sarah Watts" userId="fab02fe2-c9db-44fc-a96d-5d560fb17994" providerId="ADAL" clId="{EDE9189F-FF65-40B0-BBA2-8E7E2AC391B7}"/>
    <pc:docChg chg="modSld">
      <pc:chgData name="Sarah Watts" userId="fab02fe2-c9db-44fc-a96d-5d560fb17994" providerId="ADAL" clId="{EDE9189F-FF65-40B0-BBA2-8E7E2AC391B7}" dt="2026-08-31T07:17:46.497" v="1" actId="20577"/>
      <pc:docMkLst>
        <pc:docMk/>
      </pc:docMkLst>
      <pc:sldChg chg="modSp mod">
        <pc:chgData name="Sarah Watts" userId="fab02fe2-c9db-44fc-a96d-5d560fb17994" providerId="ADAL" clId="{EDE9189F-FF65-40B0-BBA2-8E7E2AC391B7}" dt="2026-08-31T07:17:46.497" v="1" actId="20577"/>
        <pc:sldMkLst>
          <pc:docMk/>
          <pc:sldMk cId="52541367" sldId="266"/>
        </pc:sldMkLst>
        <pc:spChg chg="mod">
          <ac:chgData name="Sarah Watts" userId="fab02fe2-c9db-44fc-a96d-5d560fb17994" providerId="ADAL" clId="{EDE9189F-FF65-40B0-BBA2-8E7E2AC391B7}" dt="2026-08-31T07:17:46.497" v="1" actId="20577"/>
          <ac:spMkLst>
            <pc:docMk/>
            <pc:sldMk cId="52541367" sldId="266"/>
            <ac:spMk id="3" creationId="{4016E91A-16AA-CA41-9740-CD9BB570793F}"/>
          </ac:spMkLst>
        </pc:spChg>
      </pc:sldChg>
    </pc:docChg>
  </pc:docChgLst>
  <pc:docChgLst>
    <pc:chgData name="Tanu Sridhar" userId="08e7a136-92ea-4f4a-ad38-07a8c829a2b6" providerId="ADAL" clId="{A926EA3C-985B-5D51-BFF7-25D951EBEAD3}"/>
    <pc:docChg chg="undo redo custSel addSld delSld modSld sldOrd modMainMaster">
      <pc:chgData name="Tanu Sridhar" userId="08e7a136-92ea-4f4a-ad38-07a8c829a2b6" providerId="ADAL" clId="{A926EA3C-985B-5D51-BFF7-25D951EBEAD3}" dt="2026-08-28T07:54:34.004" v="11404" actId="20577"/>
      <pc:docMkLst>
        <pc:docMk/>
      </pc:docMkLst>
      <pc:sldChg chg="modSp mod">
        <pc:chgData name="Tanu Sridhar" userId="08e7a136-92ea-4f4a-ad38-07a8c829a2b6" providerId="ADAL" clId="{A926EA3C-985B-5D51-BFF7-25D951EBEAD3}" dt="2026-08-12T04:02:14.243" v="3115" actId="20577"/>
        <pc:sldMkLst>
          <pc:docMk/>
          <pc:sldMk cId="1313592341" sldId="256"/>
        </pc:sldMkLst>
        <pc:spChg chg="mod">
          <ac:chgData name="Tanu Sridhar" userId="08e7a136-92ea-4f4a-ad38-07a8c829a2b6" providerId="ADAL" clId="{A926EA3C-985B-5D51-BFF7-25D951EBEAD3}" dt="2026-08-12T04:02:14.243" v="3115" actId="20577"/>
          <ac:spMkLst>
            <pc:docMk/>
            <pc:sldMk cId="1313592341" sldId="256"/>
            <ac:spMk id="14" creationId="{E3601067-CF6B-C582-C918-D07F9AF3F4AE}"/>
          </ac:spMkLst>
        </pc:spChg>
      </pc:sldChg>
      <pc:sldChg chg="modSp mod">
        <pc:chgData name="Tanu Sridhar" userId="08e7a136-92ea-4f4a-ad38-07a8c829a2b6" providerId="ADAL" clId="{A926EA3C-985B-5D51-BFF7-25D951EBEAD3}" dt="2026-08-12T09:40:18.265" v="11037" actId="20577"/>
        <pc:sldMkLst>
          <pc:docMk/>
          <pc:sldMk cId="4216455613" sldId="257"/>
        </pc:sldMkLst>
        <pc:spChg chg="mod">
          <ac:chgData name="Tanu Sridhar" userId="08e7a136-92ea-4f4a-ad38-07a8c829a2b6" providerId="ADAL" clId="{A926EA3C-985B-5D51-BFF7-25D951EBEAD3}" dt="2026-08-12T09:40:18.265" v="11037" actId="20577"/>
          <ac:spMkLst>
            <pc:docMk/>
            <pc:sldMk cId="4216455613" sldId="257"/>
            <ac:spMk id="2" creationId="{E9FE9F18-4A8B-94FB-28D0-3CCB1B86AF5F}"/>
          </ac:spMkLst>
        </pc:spChg>
        <pc:graphicFrameChg chg="mod modGraphic">
          <ac:chgData name="Tanu Sridhar" userId="08e7a136-92ea-4f4a-ad38-07a8c829a2b6" providerId="ADAL" clId="{A926EA3C-985B-5D51-BFF7-25D951EBEAD3}" dt="2026-08-12T06:29:02.059" v="5504" actId="207"/>
          <ac:graphicFrameMkLst>
            <pc:docMk/>
            <pc:sldMk cId="4216455613" sldId="257"/>
            <ac:graphicFrameMk id="4" creationId="{1B5B7AFE-5F80-3346-773F-A35796DAD6CC}"/>
          </ac:graphicFrameMkLst>
        </pc:graphicFrameChg>
      </pc:sldChg>
      <pc:sldChg chg="addSp delSp modSp new mod">
        <pc:chgData name="Tanu Sridhar" userId="08e7a136-92ea-4f4a-ad38-07a8c829a2b6" providerId="ADAL" clId="{A926EA3C-985B-5D51-BFF7-25D951EBEAD3}" dt="2026-08-28T03:34:35.630" v="11188" actId="20577"/>
        <pc:sldMkLst>
          <pc:docMk/>
          <pc:sldMk cId="376592114" sldId="258"/>
        </pc:sldMkLst>
        <pc:spChg chg="mod">
          <ac:chgData name="Tanu Sridhar" userId="08e7a136-92ea-4f4a-ad38-07a8c829a2b6" providerId="ADAL" clId="{A926EA3C-985B-5D51-BFF7-25D951EBEAD3}" dt="2026-08-12T09:36:34.072" v="10830" actId="20577"/>
          <ac:spMkLst>
            <pc:docMk/>
            <pc:sldMk cId="376592114" sldId="258"/>
            <ac:spMk id="2" creationId="{FB02F18E-21DC-A1FA-11F2-81E001EA3D1C}"/>
          </ac:spMkLst>
        </pc:spChg>
        <pc:spChg chg="mod">
          <ac:chgData name="Tanu Sridhar" userId="08e7a136-92ea-4f4a-ad38-07a8c829a2b6" providerId="ADAL" clId="{A926EA3C-985B-5D51-BFF7-25D951EBEAD3}" dt="2026-08-28T03:34:35.630" v="11188" actId="20577"/>
          <ac:spMkLst>
            <pc:docMk/>
            <pc:sldMk cId="376592114" sldId="258"/>
            <ac:spMk id="3" creationId="{019A333B-111C-5AD4-AB8A-D776E8ECEA9A}"/>
          </ac:spMkLst>
        </pc:spChg>
      </pc:sldChg>
      <pc:sldChg chg="addSp delSp modSp new mod">
        <pc:chgData name="Tanu Sridhar" userId="08e7a136-92ea-4f4a-ad38-07a8c829a2b6" providerId="ADAL" clId="{A926EA3C-985B-5D51-BFF7-25D951EBEAD3}" dt="2026-08-12T08:20:32.540" v="7658" actId="1076"/>
        <pc:sldMkLst>
          <pc:docMk/>
          <pc:sldMk cId="802412003" sldId="259"/>
        </pc:sldMkLst>
        <pc:spChg chg="mod">
          <ac:chgData name="Tanu Sridhar" userId="08e7a136-92ea-4f4a-ad38-07a8c829a2b6" providerId="ADAL" clId="{A926EA3C-985B-5D51-BFF7-25D951EBEAD3}" dt="2026-08-10T07:47:19.126" v="2202" actId="20577"/>
          <ac:spMkLst>
            <pc:docMk/>
            <pc:sldMk cId="802412003" sldId="259"/>
            <ac:spMk id="2" creationId="{8066246A-2CBB-1761-73D1-F60F920159AC}"/>
          </ac:spMkLst>
        </pc:spChg>
        <pc:spChg chg="add mod">
          <ac:chgData name="Tanu Sridhar" userId="08e7a136-92ea-4f4a-ad38-07a8c829a2b6" providerId="ADAL" clId="{A926EA3C-985B-5D51-BFF7-25D951EBEAD3}" dt="2026-08-10T07:51:08.039" v="2227" actId="1076"/>
          <ac:spMkLst>
            <pc:docMk/>
            <pc:sldMk cId="802412003" sldId="259"/>
            <ac:spMk id="14" creationId="{0274CC47-AE7A-60A9-2F02-83ECE581BCFC}"/>
          </ac:spMkLst>
        </pc:spChg>
        <pc:picChg chg="add mod modCrop">
          <ac:chgData name="Tanu Sridhar" userId="08e7a136-92ea-4f4a-ad38-07a8c829a2b6" providerId="ADAL" clId="{A926EA3C-985B-5D51-BFF7-25D951EBEAD3}" dt="2026-08-12T08:20:29.330" v="7657" actId="1076"/>
          <ac:picMkLst>
            <pc:docMk/>
            <pc:sldMk cId="802412003" sldId="259"/>
            <ac:picMk id="6" creationId="{D210F1FD-1EFD-B29A-8C7E-B7445F3779E4}"/>
          </ac:picMkLst>
        </pc:picChg>
        <pc:picChg chg="add mod modCrop">
          <ac:chgData name="Tanu Sridhar" userId="08e7a136-92ea-4f4a-ad38-07a8c829a2b6" providerId="ADAL" clId="{A926EA3C-985B-5D51-BFF7-25D951EBEAD3}" dt="2026-08-12T08:20:32.540" v="7658" actId="1076"/>
          <ac:picMkLst>
            <pc:docMk/>
            <pc:sldMk cId="802412003" sldId="259"/>
            <ac:picMk id="11" creationId="{FC759EA7-0E56-0463-C323-19608D16F9BB}"/>
          </ac:picMkLst>
        </pc:picChg>
        <pc:picChg chg="add mod">
          <ac:chgData name="Tanu Sridhar" userId="08e7a136-92ea-4f4a-ad38-07a8c829a2b6" providerId="ADAL" clId="{A926EA3C-985B-5D51-BFF7-25D951EBEAD3}" dt="2026-08-10T07:51:08.039" v="2227" actId="1076"/>
          <ac:picMkLst>
            <pc:docMk/>
            <pc:sldMk cId="802412003" sldId="259"/>
            <ac:picMk id="13" creationId="{63F61ABC-E08F-FA9F-4AE5-8E7E9074C747}"/>
          </ac:picMkLst>
        </pc:picChg>
        <pc:cxnChg chg="add mod">
          <ac:chgData name="Tanu Sridhar" userId="08e7a136-92ea-4f4a-ad38-07a8c829a2b6" providerId="ADAL" clId="{A926EA3C-985B-5D51-BFF7-25D951EBEAD3}" dt="2026-08-12T08:20:24.517" v="7656" actId="14100"/>
          <ac:cxnSpMkLst>
            <pc:docMk/>
            <pc:sldMk cId="802412003" sldId="259"/>
            <ac:cxnSpMk id="16" creationId="{21DCE8B6-A500-581D-DA21-8AE427159EF6}"/>
          </ac:cxnSpMkLst>
        </pc:cxnChg>
      </pc:sldChg>
      <pc:sldChg chg="modSp new mod">
        <pc:chgData name="Tanu Sridhar" userId="08e7a136-92ea-4f4a-ad38-07a8c829a2b6" providerId="ADAL" clId="{A926EA3C-985B-5D51-BFF7-25D951EBEAD3}" dt="2026-08-10T09:06:14.393" v="3112" actId="14100"/>
        <pc:sldMkLst>
          <pc:docMk/>
          <pc:sldMk cId="3875506319" sldId="260"/>
        </pc:sldMkLst>
        <pc:spChg chg="mod">
          <ac:chgData name="Tanu Sridhar" userId="08e7a136-92ea-4f4a-ad38-07a8c829a2b6" providerId="ADAL" clId="{A926EA3C-985B-5D51-BFF7-25D951EBEAD3}" dt="2026-08-10T09:06:03.494" v="3109" actId="14100"/>
          <ac:spMkLst>
            <pc:docMk/>
            <pc:sldMk cId="3875506319" sldId="260"/>
            <ac:spMk id="2" creationId="{7AD66E2A-D7AA-F844-B192-2F5642CD3CF7}"/>
          </ac:spMkLst>
        </pc:spChg>
        <pc:spChg chg="mod">
          <ac:chgData name="Tanu Sridhar" userId="08e7a136-92ea-4f4a-ad38-07a8c829a2b6" providerId="ADAL" clId="{A926EA3C-985B-5D51-BFF7-25D951EBEAD3}" dt="2026-08-10T09:06:14.393" v="3112" actId="14100"/>
          <ac:spMkLst>
            <pc:docMk/>
            <pc:sldMk cId="3875506319" sldId="260"/>
            <ac:spMk id="3" creationId="{B443A659-69A7-6321-8455-A8A6B0BF21F7}"/>
          </ac:spMkLst>
        </pc:spChg>
      </pc:sldChg>
      <pc:sldChg chg="addSp delSp modSp new mod ord">
        <pc:chgData name="Tanu Sridhar" userId="08e7a136-92ea-4f4a-ad38-07a8c829a2b6" providerId="ADAL" clId="{A926EA3C-985B-5D51-BFF7-25D951EBEAD3}" dt="2026-08-12T09:48:13.649" v="11111" actId="27636"/>
        <pc:sldMkLst>
          <pc:docMk/>
          <pc:sldMk cId="3523972323" sldId="261"/>
        </pc:sldMkLst>
        <pc:spChg chg="mod">
          <ac:chgData name="Tanu Sridhar" userId="08e7a136-92ea-4f4a-ad38-07a8c829a2b6" providerId="ADAL" clId="{A926EA3C-985B-5D51-BFF7-25D951EBEAD3}" dt="2026-08-12T09:05:13.319" v="9619" actId="20577"/>
          <ac:spMkLst>
            <pc:docMk/>
            <pc:sldMk cId="3523972323" sldId="261"/>
            <ac:spMk id="2" creationId="{D5FE6E93-765E-EAE9-71A4-808524A463AC}"/>
          </ac:spMkLst>
        </pc:spChg>
        <pc:spChg chg="add del mod">
          <ac:chgData name="Tanu Sridhar" userId="08e7a136-92ea-4f4a-ad38-07a8c829a2b6" providerId="ADAL" clId="{A926EA3C-985B-5D51-BFF7-25D951EBEAD3}" dt="2026-08-12T09:48:13.649" v="11111" actId="27636"/>
          <ac:spMkLst>
            <pc:docMk/>
            <pc:sldMk cId="3523972323" sldId="261"/>
            <ac:spMk id="3" creationId="{7D68ECCF-98D5-E1C5-3B98-9B9DA18572F7}"/>
          </ac:spMkLst>
        </pc:spChg>
        <pc:spChg chg="add mod">
          <ac:chgData name="Tanu Sridhar" userId="08e7a136-92ea-4f4a-ad38-07a8c829a2b6" providerId="ADAL" clId="{A926EA3C-985B-5D51-BFF7-25D951EBEAD3}" dt="2026-08-12T09:04:39.599" v="9499" actId="1076"/>
          <ac:spMkLst>
            <pc:docMk/>
            <pc:sldMk cId="3523972323" sldId="261"/>
            <ac:spMk id="9" creationId="{6C9778FA-4857-60B9-4A61-454FD47A8035}"/>
          </ac:spMkLst>
        </pc:spChg>
        <pc:spChg chg="add mod">
          <ac:chgData name="Tanu Sridhar" userId="08e7a136-92ea-4f4a-ad38-07a8c829a2b6" providerId="ADAL" clId="{A926EA3C-985B-5D51-BFF7-25D951EBEAD3}" dt="2026-08-12T06:44:33.514" v="6070" actId="1076"/>
          <ac:spMkLst>
            <pc:docMk/>
            <pc:sldMk cId="3523972323" sldId="261"/>
            <ac:spMk id="12" creationId="{31FB99BF-6CD5-6F61-884A-7601B184AEA1}"/>
          </ac:spMkLst>
        </pc:spChg>
        <pc:graphicFrameChg chg="add mod modGraphic">
          <ac:chgData name="Tanu Sridhar" userId="08e7a136-92ea-4f4a-ad38-07a8c829a2b6" providerId="ADAL" clId="{A926EA3C-985B-5D51-BFF7-25D951EBEAD3}" dt="2026-08-12T09:47:49.613" v="11107" actId="207"/>
          <ac:graphicFrameMkLst>
            <pc:docMk/>
            <pc:sldMk cId="3523972323" sldId="261"/>
            <ac:graphicFrameMk id="7" creationId="{95A190EE-2C4E-FA0C-7532-DD4C2A6343C0}"/>
          </ac:graphicFrameMkLst>
        </pc:graphicFrameChg>
        <pc:picChg chg="add mod">
          <ac:chgData name="Tanu Sridhar" userId="08e7a136-92ea-4f4a-ad38-07a8c829a2b6" providerId="ADAL" clId="{A926EA3C-985B-5D51-BFF7-25D951EBEAD3}" dt="2026-08-12T08:35:36.834" v="8271" actId="1076"/>
          <ac:picMkLst>
            <pc:docMk/>
            <pc:sldMk cId="3523972323" sldId="261"/>
            <ac:picMk id="4" creationId="{00D218B4-7155-145B-E411-8FF11EBFE478}"/>
          </ac:picMkLst>
        </pc:picChg>
      </pc:sldChg>
      <pc:sldChg chg="modSp new mod">
        <pc:chgData name="Tanu Sridhar" userId="08e7a136-92ea-4f4a-ad38-07a8c829a2b6" providerId="ADAL" clId="{A926EA3C-985B-5D51-BFF7-25D951EBEAD3}" dt="2026-08-28T03:37:43.637" v="11245" actId="20577"/>
        <pc:sldMkLst>
          <pc:docMk/>
          <pc:sldMk cId="3857803960" sldId="263"/>
        </pc:sldMkLst>
        <pc:spChg chg="mod">
          <ac:chgData name="Tanu Sridhar" userId="08e7a136-92ea-4f4a-ad38-07a8c829a2b6" providerId="ADAL" clId="{A926EA3C-985B-5D51-BFF7-25D951EBEAD3}" dt="2026-08-12T09:37:35.856" v="10850" actId="20577"/>
          <ac:spMkLst>
            <pc:docMk/>
            <pc:sldMk cId="3857803960" sldId="263"/>
            <ac:spMk id="2" creationId="{0FFB9E28-B8AE-49BA-7EB7-1555A40D58B7}"/>
          </ac:spMkLst>
        </pc:spChg>
        <pc:spChg chg="mod">
          <ac:chgData name="Tanu Sridhar" userId="08e7a136-92ea-4f4a-ad38-07a8c829a2b6" providerId="ADAL" clId="{A926EA3C-985B-5D51-BFF7-25D951EBEAD3}" dt="2026-08-28T03:37:43.637" v="11245" actId="20577"/>
          <ac:spMkLst>
            <pc:docMk/>
            <pc:sldMk cId="3857803960" sldId="263"/>
            <ac:spMk id="3" creationId="{0C1D46A8-47E7-A70E-A775-9FB3ECB2C554}"/>
          </ac:spMkLst>
        </pc:spChg>
      </pc:sldChg>
      <pc:sldChg chg="addSp delSp modSp mod">
        <pc:chgData name="Tanu Sridhar" userId="08e7a136-92ea-4f4a-ad38-07a8c829a2b6" providerId="ADAL" clId="{A926EA3C-985B-5D51-BFF7-25D951EBEAD3}" dt="2026-08-28T03:35:25.711" v="11212" actId="113"/>
        <pc:sldMkLst>
          <pc:docMk/>
          <pc:sldMk cId="2929800853" sldId="264"/>
        </pc:sldMkLst>
        <pc:spChg chg="mod">
          <ac:chgData name="Tanu Sridhar" userId="08e7a136-92ea-4f4a-ad38-07a8c829a2b6" providerId="ADAL" clId="{A926EA3C-985B-5D51-BFF7-25D951EBEAD3}" dt="2026-08-12T08:51:45.645" v="8859" actId="20577"/>
          <ac:spMkLst>
            <pc:docMk/>
            <pc:sldMk cId="2929800853" sldId="264"/>
            <ac:spMk id="2" creationId="{BC90D69C-E98F-234B-2F04-00A49EE93D84}"/>
          </ac:spMkLst>
        </pc:spChg>
        <pc:spChg chg="mod">
          <ac:chgData name="Tanu Sridhar" userId="08e7a136-92ea-4f4a-ad38-07a8c829a2b6" providerId="ADAL" clId="{A926EA3C-985B-5D51-BFF7-25D951EBEAD3}" dt="2026-08-28T03:35:25.711" v="11212" actId="113"/>
          <ac:spMkLst>
            <pc:docMk/>
            <pc:sldMk cId="2929800853" sldId="264"/>
            <ac:spMk id="3" creationId="{41222A5F-F460-FFD3-6C8A-76DFD3AB21D9}"/>
          </ac:spMkLst>
        </pc:spChg>
      </pc:sldChg>
      <pc:sldChg chg="modSp mod ord">
        <pc:chgData name="Tanu Sridhar" userId="08e7a136-92ea-4f4a-ad38-07a8c829a2b6" providerId="ADAL" clId="{A926EA3C-985B-5D51-BFF7-25D951EBEAD3}" dt="2026-08-12T09:43:45.146" v="11059" actId="114"/>
        <pc:sldMkLst>
          <pc:docMk/>
          <pc:sldMk cId="485741039" sldId="265"/>
        </pc:sldMkLst>
        <pc:spChg chg="mod">
          <ac:chgData name="Tanu Sridhar" userId="08e7a136-92ea-4f4a-ad38-07a8c829a2b6" providerId="ADAL" clId="{A926EA3C-985B-5D51-BFF7-25D951EBEAD3}" dt="2026-08-12T07:51:27.269" v="7313" actId="20577"/>
          <ac:spMkLst>
            <pc:docMk/>
            <pc:sldMk cId="485741039" sldId="265"/>
            <ac:spMk id="2" creationId="{5EB44DB1-1839-2311-0C1E-45B7F325928B}"/>
          </ac:spMkLst>
        </pc:spChg>
        <pc:spChg chg="mod">
          <ac:chgData name="Tanu Sridhar" userId="08e7a136-92ea-4f4a-ad38-07a8c829a2b6" providerId="ADAL" clId="{A926EA3C-985B-5D51-BFF7-25D951EBEAD3}" dt="2026-08-12T09:43:45.146" v="11059" actId="114"/>
          <ac:spMkLst>
            <pc:docMk/>
            <pc:sldMk cId="485741039" sldId="265"/>
            <ac:spMk id="3" creationId="{3880BAF4-B830-9079-0F7C-D92E1B42BAC2}"/>
          </ac:spMkLst>
        </pc:spChg>
      </pc:sldChg>
      <pc:sldChg chg="modSp mod ord">
        <pc:chgData name="Tanu Sridhar" userId="08e7a136-92ea-4f4a-ad38-07a8c829a2b6" providerId="ADAL" clId="{A926EA3C-985B-5D51-BFF7-25D951EBEAD3}" dt="2026-08-12T06:45:33.655" v="6071" actId="21"/>
        <pc:sldMkLst>
          <pc:docMk/>
          <pc:sldMk cId="52541367" sldId="266"/>
        </pc:sldMkLst>
        <pc:spChg chg="mod">
          <ac:chgData name="Tanu Sridhar" userId="08e7a136-92ea-4f4a-ad38-07a8c829a2b6" providerId="ADAL" clId="{A926EA3C-985B-5D51-BFF7-25D951EBEAD3}" dt="2026-08-12T05:03:52.518" v="3884" actId="20577"/>
          <ac:spMkLst>
            <pc:docMk/>
            <pc:sldMk cId="52541367" sldId="266"/>
            <ac:spMk id="2" creationId="{F3C5692E-9FAB-3647-4467-59566472B5C6}"/>
          </ac:spMkLst>
        </pc:spChg>
        <pc:spChg chg="mod">
          <ac:chgData name="Tanu Sridhar" userId="08e7a136-92ea-4f4a-ad38-07a8c829a2b6" providerId="ADAL" clId="{A926EA3C-985B-5D51-BFF7-25D951EBEAD3}" dt="2026-08-12T06:45:33.655" v="6071" actId="21"/>
          <ac:spMkLst>
            <pc:docMk/>
            <pc:sldMk cId="52541367" sldId="266"/>
            <ac:spMk id="3" creationId="{4016E91A-16AA-CA41-9740-CD9BB570793F}"/>
          </ac:spMkLst>
        </pc:spChg>
      </pc:sldChg>
      <pc:sldChg chg="modSp mod ord">
        <pc:chgData name="Tanu Sridhar" userId="08e7a136-92ea-4f4a-ad38-07a8c829a2b6" providerId="ADAL" clId="{A926EA3C-985B-5D51-BFF7-25D951EBEAD3}" dt="2026-08-12T09:35:27.107" v="10825" actId="404"/>
        <pc:sldMkLst>
          <pc:docMk/>
          <pc:sldMk cId="2337292102" sldId="267"/>
        </pc:sldMkLst>
        <pc:spChg chg="mod">
          <ac:chgData name="Tanu Sridhar" userId="08e7a136-92ea-4f4a-ad38-07a8c829a2b6" providerId="ADAL" clId="{A926EA3C-985B-5D51-BFF7-25D951EBEAD3}" dt="2026-08-12T09:35:27.107" v="10825" actId="404"/>
          <ac:spMkLst>
            <pc:docMk/>
            <pc:sldMk cId="2337292102" sldId="267"/>
            <ac:spMk id="2" creationId="{B61794D8-BBEE-94C3-C757-C341FBDB9FF9}"/>
          </ac:spMkLst>
        </pc:spChg>
      </pc:sldChg>
      <pc:sldChg chg="addSp delSp modSp new mod ord">
        <pc:chgData name="Tanu Sridhar" userId="08e7a136-92ea-4f4a-ad38-07a8c829a2b6" providerId="ADAL" clId="{A926EA3C-985B-5D51-BFF7-25D951EBEAD3}" dt="2026-08-12T09:43:27.697" v="11056" actId="20577"/>
        <pc:sldMkLst>
          <pc:docMk/>
          <pc:sldMk cId="2418225174" sldId="268"/>
        </pc:sldMkLst>
        <pc:spChg chg="mod">
          <ac:chgData name="Tanu Sridhar" userId="08e7a136-92ea-4f4a-ad38-07a8c829a2b6" providerId="ADAL" clId="{A926EA3C-985B-5D51-BFF7-25D951EBEAD3}" dt="2026-08-12T08:14:18.213" v="7512" actId="20577"/>
          <ac:spMkLst>
            <pc:docMk/>
            <pc:sldMk cId="2418225174" sldId="268"/>
            <ac:spMk id="2" creationId="{09904058-B865-23E1-DCB6-FA6D3F330F5E}"/>
          </ac:spMkLst>
        </pc:spChg>
        <pc:spChg chg="mod">
          <ac:chgData name="Tanu Sridhar" userId="08e7a136-92ea-4f4a-ad38-07a8c829a2b6" providerId="ADAL" clId="{A926EA3C-985B-5D51-BFF7-25D951EBEAD3}" dt="2026-08-12T09:43:27.697" v="11056" actId="20577"/>
          <ac:spMkLst>
            <pc:docMk/>
            <pc:sldMk cId="2418225174" sldId="268"/>
            <ac:spMk id="3" creationId="{985D1033-090C-8263-0F27-F5A53DC7BDDE}"/>
          </ac:spMkLst>
        </pc:spChg>
        <pc:spChg chg="add mod">
          <ac:chgData name="Tanu Sridhar" userId="08e7a136-92ea-4f4a-ad38-07a8c829a2b6" providerId="ADAL" clId="{A926EA3C-985B-5D51-BFF7-25D951EBEAD3}" dt="2026-08-12T07:20:51.935" v="6583" actId="14100"/>
          <ac:spMkLst>
            <pc:docMk/>
            <pc:sldMk cId="2418225174" sldId="268"/>
            <ac:spMk id="9" creationId="{4A89570E-E520-B427-C688-1A6D65F1D0EA}"/>
          </ac:spMkLst>
        </pc:spChg>
        <pc:spChg chg="add mod">
          <ac:chgData name="Tanu Sridhar" userId="08e7a136-92ea-4f4a-ad38-07a8c829a2b6" providerId="ADAL" clId="{A926EA3C-985B-5D51-BFF7-25D951EBEAD3}" dt="2026-08-12T08:15:06.797" v="7545" actId="14100"/>
          <ac:spMkLst>
            <pc:docMk/>
            <pc:sldMk cId="2418225174" sldId="268"/>
            <ac:spMk id="10" creationId="{A6ACAFD4-1274-A533-9192-329534D39C2B}"/>
          </ac:spMkLst>
        </pc:spChg>
        <pc:picChg chg="add mod">
          <ac:chgData name="Tanu Sridhar" userId="08e7a136-92ea-4f4a-ad38-07a8c829a2b6" providerId="ADAL" clId="{A926EA3C-985B-5D51-BFF7-25D951EBEAD3}" dt="2026-08-12T07:01:58.523" v="6510" actId="1076"/>
          <ac:picMkLst>
            <pc:docMk/>
            <pc:sldMk cId="2418225174" sldId="268"/>
            <ac:picMk id="5" creationId="{84A18D4E-B4E7-96F9-6799-3D8F5CF79CBF}"/>
          </ac:picMkLst>
        </pc:picChg>
        <pc:picChg chg="add mod">
          <ac:chgData name="Tanu Sridhar" userId="08e7a136-92ea-4f4a-ad38-07a8c829a2b6" providerId="ADAL" clId="{A926EA3C-985B-5D51-BFF7-25D951EBEAD3}" dt="2026-08-12T08:13:07.733" v="7445" actId="1076"/>
          <ac:picMkLst>
            <pc:docMk/>
            <pc:sldMk cId="2418225174" sldId="268"/>
            <ac:picMk id="7" creationId="{5B726FD4-C3BE-2C95-49A0-8F85C4D26749}"/>
          </ac:picMkLst>
        </pc:picChg>
        <pc:picChg chg="add mod modCrop">
          <ac:chgData name="Tanu Sridhar" userId="08e7a136-92ea-4f4a-ad38-07a8c829a2b6" providerId="ADAL" clId="{A926EA3C-985B-5D51-BFF7-25D951EBEAD3}" dt="2026-08-12T07:20:55.182" v="6585" actId="1076"/>
          <ac:picMkLst>
            <pc:docMk/>
            <pc:sldMk cId="2418225174" sldId="268"/>
            <ac:picMk id="8" creationId="{962BD057-32CE-346E-DA7B-B3C245CB9D13}"/>
          </ac:picMkLst>
        </pc:picChg>
      </pc:sldChg>
      <pc:sldChg chg="addSp delSp modSp new mod">
        <pc:chgData name="Tanu Sridhar" userId="08e7a136-92ea-4f4a-ad38-07a8c829a2b6" providerId="ADAL" clId="{A926EA3C-985B-5D51-BFF7-25D951EBEAD3}" dt="2026-08-28T07:54:34.004" v="11404" actId="20577"/>
        <pc:sldMkLst>
          <pc:docMk/>
          <pc:sldMk cId="3222811064" sldId="269"/>
        </pc:sldMkLst>
        <pc:spChg chg="mod">
          <ac:chgData name="Tanu Sridhar" userId="08e7a136-92ea-4f4a-ad38-07a8c829a2b6" providerId="ADAL" clId="{A926EA3C-985B-5D51-BFF7-25D951EBEAD3}" dt="2026-08-28T07:54:34.004" v="11404" actId="20577"/>
          <ac:spMkLst>
            <pc:docMk/>
            <pc:sldMk cId="3222811064" sldId="269"/>
            <ac:spMk id="2" creationId="{34215CED-1C9D-0BD6-2B15-47A25FA732EC}"/>
          </ac:spMkLst>
        </pc:spChg>
      </pc:sldChg>
      <pc:sldChg chg="addSp delSp modSp add mod modClrScheme chgLayout">
        <pc:chgData name="Tanu Sridhar" userId="08e7a136-92ea-4f4a-ad38-07a8c829a2b6" providerId="ADAL" clId="{A926EA3C-985B-5D51-BFF7-25D951EBEAD3}" dt="2026-08-28T03:40:32.936" v="11350" actId="20577"/>
        <pc:sldMkLst>
          <pc:docMk/>
          <pc:sldMk cId="2510131507" sldId="270"/>
        </pc:sldMkLst>
        <pc:spChg chg="mod ord">
          <ac:chgData name="Tanu Sridhar" userId="08e7a136-92ea-4f4a-ad38-07a8c829a2b6" providerId="ADAL" clId="{A926EA3C-985B-5D51-BFF7-25D951EBEAD3}" dt="2026-08-12T09:02:21.291" v="9493" actId="20577"/>
          <ac:spMkLst>
            <pc:docMk/>
            <pc:sldMk cId="2510131507" sldId="270"/>
            <ac:spMk id="2" creationId="{BEAFD78A-3662-02F8-C026-9993F37E91C2}"/>
          </ac:spMkLst>
        </pc:spChg>
        <pc:spChg chg="add mod">
          <ac:chgData name="Tanu Sridhar" userId="08e7a136-92ea-4f4a-ad38-07a8c829a2b6" providerId="ADAL" clId="{A926EA3C-985B-5D51-BFF7-25D951EBEAD3}" dt="2026-08-28T03:39:06.401" v="11297" actId="1076"/>
          <ac:spMkLst>
            <pc:docMk/>
            <pc:sldMk cId="2510131507" sldId="270"/>
            <ac:spMk id="6" creationId="{280B33B5-A821-859E-191D-0D7DD5324786}"/>
          </ac:spMkLst>
        </pc:spChg>
        <pc:graphicFrameChg chg="add mod ord modGraphic">
          <ac:chgData name="Tanu Sridhar" userId="08e7a136-92ea-4f4a-ad38-07a8c829a2b6" providerId="ADAL" clId="{A926EA3C-985B-5D51-BFF7-25D951EBEAD3}" dt="2026-08-28T03:40:32.936" v="11350" actId="20577"/>
          <ac:graphicFrameMkLst>
            <pc:docMk/>
            <pc:sldMk cId="2510131507" sldId="270"/>
            <ac:graphicFrameMk id="5" creationId="{FF1709C4-F1BC-F93F-840F-C485724AB30D}"/>
          </ac:graphicFrameMkLst>
        </pc:graphicFrameChg>
      </pc:sldChg>
      <pc:sldChg chg="add mod modShow">
        <pc:chgData name="Tanu Sridhar" userId="08e7a136-92ea-4f4a-ad38-07a8c829a2b6" providerId="ADAL" clId="{A926EA3C-985B-5D51-BFF7-25D951EBEAD3}" dt="2026-08-12T09:04:23.268" v="9496" actId="729"/>
        <pc:sldMkLst>
          <pc:docMk/>
          <pc:sldMk cId="2989765673" sldId="271"/>
        </pc:sldMkLst>
      </pc:sldChg>
      <pc:sldChg chg="addSp delSp modSp add mod">
        <pc:chgData name="Tanu Sridhar" userId="08e7a136-92ea-4f4a-ad38-07a8c829a2b6" providerId="ADAL" clId="{A926EA3C-985B-5D51-BFF7-25D951EBEAD3}" dt="2026-08-28T07:54:00.394" v="11395" actId="20577"/>
        <pc:sldMkLst>
          <pc:docMk/>
          <pc:sldMk cId="252307482" sldId="272"/>
        </pc:sldMkLst>
        <pc:spChg chg="mod">
          <ac:chgData name="Tanu Sridhar" userId="08e7a136-92ea-4f4a-ad38-07a8c829a2b6" providerId="ADAL" clId="{A926EA3C-985B-5D51-BFF7-25D951EBEAD3}" dt="2026-08-12T09:47:04.379" v="11104" actId="20577"/>
          <ac:spMkLst>
            <pc:docMk/>
            <pc:sldMk cId="252307482" sldId="272"/>
            <ac:spMk id="2" creationId="{AF4C69C7-1B2D-CCFD-090E-5B8DE8BEA9DD}"/>
          </ac:spMkLst>
        </pc:spChg>
        <pc:graphicFrameChg chg="add mod">
          <ac:chgData name="Tanu Sridhar" userId="08e7a136-92ea-4f4a-ad38-07a8c829a2b6" providerId="ADAL" clId="{A926EA3C-985B-5D51-BFF7-25D951EBEAD3}" dt="2026-08-28T07:54:00.394" v="11395" actId="20577"/>
          <ac:graphicFrameMkLst>
            <pc:docMk/>
            <pc:sldMk cId="252307482" sldId="272"/>
            <ac:graphicFrameMk id="4" creationId="{4C5A983E-A6F5-1825-1832-6BA8F1652739}"/>
          </ac:graphicFrameMkLst>
        </pc:graphicFrameChg>
      </pc:sldChg>
      <pc:sldMasterChg chg="modSldLayout">
        <pc:chgData name="Tanu Sridhar" userId="08e7a136-92ea-4f4a-ad38-07a8c829a2b6" providerId="ADAL" clId="{A926EA3C-985B-5D51-BFF7-25D951EBEAD3}" dt="2026-08-12T06:26:02.760" v="5366" actId="688"/>
        <pc:sldMasterMkLst>
          <pc:docMk/>
          <pc:sldMasterMk cId="1809174299" sldId="2147483660"/>
        </pc:sldMasterMkLst>
        <pc:sldLayoutChg chg="addSp delSp modSp mod">
          <pc:chgData name="Tanu Sridhar" userId="08e7a136-92ea-4f4a-ad38-07a8c829a2b6" providerId="ADAL" clId="{A926EA3C-985B-5D51-BFF7-25D951EBEAD3}" dt="2026-08-12T06:26:02.760" v="5366" actId="688"/>
          <pc:sldLayoutMkLst>
            <pc:docMk/>
            <pc:sldMasterMk cId="1809174299" sldId="2147483660"/>
            <pc:sldLayoutMk cId="821000358" sldId="2147483662"/>
          </pc:sldLayoutMkLst>
          <pc:spChg chg="mod">
            <ac:chgData name="Tanu Sridhar" userId="08e7a136-92ea-4f4a-ad38-07a8c829a2b6" providerId="ADAL" clId="{A926EA3C-985B-5D51-BFF7-25D951EBEAD3}" dt="2026-08-12T06:26:02.760" v="5366" actId="688"/>
            <ac:spMkLst>
              <pc:docMk/>
              <pc:sldMasterMk cId="1809174299" sldId="2147483660"/>
              <pc:sldLayoutMk cId="821000358" sldId="2147483662"/>
              <ac:spMk id="7" creationId="{2427C9CC-0303-1FB6-3B5F-23BB00F408F1}"/>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6_1#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1">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0NoLn">
    <dgm:fillClrLst meth="repeat">
      <a:schemeClr val="accent2"/>
    </dgm:fillClrLst>
    <dgm:linClrLst meth="repeat">
      <a:schemeClr val="lt1">
        <a:alpha val="0"/>
      </a:schemeClr>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1NoLn">
    <dgm:fillClrLst>
      <a:schemeClr val="accent3"/>
      <a:schemeClr val="accent4"/>
    </dgm:fillClrLst>
    <dgm:linClrLst meth="repeat">
      <a:schemeClr val="lt1">
        <a:alpha val="0"/>
      </a:schemeClr>
    </dgm:linClrLst>
    <dgm:effectClrLst/>
    <dgm:txLinClrLst/>
    <dgm:txFillClrLst/>
    <dgm:txEffectClrLst/>
  </dgm:styleLbl>
  <dgm:styleLbl name="ltNode1NoLn">
    <dgm:fillClrLst>
      <a:schemeClr val="accent3">
        <a:tint val="75000"/>
      </a:schemeClr>
      <a:schemeClr val="accent4">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2NoLn">
    <dgm:fillClrLst>
      <a:schemeClr val="accent4"/>
    </dgm:fillClrLst>
    <dgm:linClrLst meth="repeat">
      <a:schemeClr val="lt1">
        <a:alpha val="0"/>
      </a:schemeClr>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3NoLn">
    <dgm:fillClrLst>
      <a:schemeClr val="accent5"/>
    </dgm:fillClrLst>
    <dgm:linClrLst meth="repeat">
      <a:schemeClr val="lt1">
        <a:alpha val="0"/>
      </a:schemeClr>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node4NoLn">
    <dgm:fillClrLst>
      <a:schemeClr val="accent6"/>
    </dgm:fillClrLst>
    <dgm:linClrLst meth="repeat">
      <a:schemeClr val="lt1">
        <a:alpha val="0"/>
      </a:schemeClr>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575EEA2-7112-4334-9DB7-246E838AC723}" type="doc">
      <dgm:prSet loTypeId="urn:microsoft.com/office/officeart/2024/layout/NumberedTitleCardList#1" loCatId="list" qsTypeId="urn:microsoft.com/office/officeart/2005/8/quickstyle/simple1#1" qsCatId="simple" csTypeId="urn:microsoft.com/office/officeart/2005/8/colors/accent6_1#1" csCatId="accent6" phldr="1"/>
      <dgm:spPr/>
      <dgm:t>
        <a:bodyPr/>
        <a:lstStyle/>
        <a:p>
          <a:endParaRPr lang="en-AU"/>
        </a:p>
      </dgm:t>
    </dgm:pt>
    <dgm:pt modelId="{7BC82268-C43E-0D46-9B21-B53A8C84BB66}">
      <dgm:prSet phldrT="[Text]"/>
      <dgm:spPr/>
      <dgm:t>
        <a:bodyPr/>
        <a:lstStyle/>
        <a:p>
          <a:pPr>
            <a:buFont typeface="+mj-lt"/>
            <a:buAutoNum type="arabicPeriod"/>
          </a:pPr>
          <a:r>
            <a:rPr lang="en-AU" dirty="0"/>
            <a:t>Download referencing software</a:t>
          </a:r>
        </a:p>
      </dgm:t>
    </dgm:pt>
    <dgm:pt modelId="{AEB9DCE2-45B4-1A40-A292-B50A9CCDDB6D}" type="parTrans" cxnId="{FD231A15-FE4F-1B42-B5E7-4E98A4BE38D0}">
      <dgm:prSet/>
      <dgm:spPr/>
      <dgm:t>
        <a:bodyPr/>
        <a:lstStyle/>
        <a:p>
          <a:endParaRPr lang="en-GB"/>
        </a:p>
      </dgm:t>
    </dgm:pt>
    <dgm:pt modelId="{AD40CF06-B025-1E4C-A67A-50523786BC9B}" type="sibTrans" cxnId="{FD231A15-FE4F-1B42-B5E7-4E98A4BE38D0}">
      <dgm:prSet phldrT="01" phldr="0"/>
      <dgm:spPr/>
      <dgm:t>
        <a:bodyPr/>
        <a:lstStyle/>
        <a:p>
          <a:r>
            <a:rPr lang="en-GB"/>
            <a:t>01</a:t>
          </a:r>
        </a:p>
      </dgm:t>
    </dgm:pt>
    <dgm:pt modelId="{3E7A3135-610C-F846-A309-A013187F7636}">
      <dgm:prSet/>
      <dgm:spPr/>
      <dgm:t>
        <a:bodyPr/>
        <a:lstStyle/>
        <a:p>
          <a:pPr>
            <a:buFont typeface="+mj-lt"/>
            <a:buAutoNum type="arabicPeriod"/>
          </a:pPr>
          <a:r>
            <a:rPr lang="en-AU" dirty="0"/>
            <a:t>Define why you are reading research literature today</a:t>
          </a:r>
          <a:endParaRPr lang="en-AU" dirty="0">
            <a:solidFill>
              <a:schemeClr val="bg2">
                <a:lumMod val="75000"/>
              </a:schemeClr>
            </a:solidFill>
          </a:endParaRPr>
        </a:p>
      </dgm:t>
    </dgm:pt>
    <dgm:pt modelId="{EBC82823-2216-AE41-9E6D-2588FD05D59F}" type="parTrans" cxnId="{9019E22F-6D97-C64E-82E4-B792BCA47FDD}">
      <dgm:prSet/>
      <dgm:spPr/>
      <dgm:t>
        <a:bodyPr/>
        <a:lstStyle/>
        <a:p>
          <a:endParaRPr lang="en-GB"/>
        </a:p>
      </dgm:t>
    </dgm:pt>
    <dgm:pt modelId="{69514D41-2459-694B-A88E-43FE0995F0C8}" type="sibTrans" cxnId="{9019E22F-6D97-C64E-82E4-B792BCA47FDD}">
      <dgm:prSet phldrT="02" phldr="0"/>
      <dgm:spPr/>
      <dgm:t>
        <a:bodyPr/>
        <a:lstStyle/>
        <a:p>
          <a:r>
            <a:rPr lang="en-GB"/>
            <a:t>02</a:t>
          </a:r>
        </a:p>
      </dgm:t>
    </dgm:pt>
    <dgm:pt modelId="{0141CE45-5523-1D44-B57D-F0D3B0BBE19B}">
      <dgm:prSet/>
      <dgm:spPr/>
      <dgm:t>
        <a:bodyPr/>
        <a:lstStyle/>
        <a:p>
          <a:pPr>
            <a:buFont typeface="+mj-lt"/>
            <a:buAutoNum type="arabicPeriod"/>
          </a:pPr>
          <a:r>
            <a:rPr lang="en-AU" dirty="0">
              <a:solidFill>
                <a:schemeClr val="tx1"/>
              </a:solidFill>
            </a:rPr>
            <a:t>Identify key info in the literature</a:t>
          </a:r>
        </a:p>
      </dgm:t>
    </dgm:pt>
    <dgm:pt modelId="{D94949A1-78C0-8745-B033-67D183272D78}" type="parTrans" cxnId="{00B945BA-65F3-A042-B813-E2FA039AAD9C}">
      <dgm:prSet/>
      <dgm:spPr/>
      <dgm:t>
        <a:bodyPr/>
        <a:lstStyle/>
        <a:p>
          <a:endParaRPr lang="en-GB"/>
        </a:p>
      </dgm:t>
    </dgm:pt>
    <dgm:pt modelId="{33E4E688-347F-B54E-921C-C4B1E3A0991D}" type="sibTrans" cxnId="{00B945BA-65F3-A042-B813-E2FA039AAD9C}">
      <dgm:prSet phldrT="03" phldr="0"/>
      <dgm:spPr/>
      <dgm:t>
        <a:bodyPr/>
        <a:lstStyle/>
        <a:p>
          <a:r>
            <a:rPr lang="en-GB"/>
            <a:t>03</a:t>
          </a:r>
        </a:p>
      </dgm:t>
    </dgm:pt>
    <dgm:pt modelId="{21AB4D51-FDBC-F140-831C-0EF701AEBF91}">
      <dgm:prSet/>
      <dgm:spPr/>
      <dgm:t>
        <a:bodyPr/>
        <a:lstStyle/>
        <a:p>
          <a:pPr>
            <a:buFont typeface="+mj-lt"/>
            <a:buAutoNum type="arabicPeriod"/>
          </a:pPr>
          <a:r>
            <a:rPr lang="en-AU" dirty="0">
              <a:solidFill>
                <a:schemeClr val="tx1"/>
              </a:solidFill>
            </a:rPr>
            <a:t>Document notes in the referencing software</a:t>
          </a:r>
        </a:p>
      </dgm:t>
    </dgm:pt>
    <dgm:pt modelId="{DB87F5E2-410A-F046-AB4D-DC0539F66EB6}" type="sibTrans" cxnId="{450C1D0F-5CBC-084A-A80B-7D007C9DD0DE}">
      <dgm:prSet phldrT="04" phldr="0"/>
      <dgm:spPr/>
      <dgm:t>
        <a:bodyPr/>
        <a:lstStyle/>
        <a:p>
          <a:r>
            <a:rPr lang="en-GB"/>
            <a:t>04</a:t>
          </a:r>
        </a:p>
      </dgm:t>
    </dgm:pt>
    <dgm:pt modelId="{D776FB6B-3538-AD4C-A416-6F8D41F86BD5}" type="parTrans" cxnId="{450C1D0F-5CBC-084A-A80B-7D007C9DD0DE}">
      <dgm:prSet/>
      <dgm:spPr/>
      <dgm:t>
        <a:bodyPr/>
        <a:lstStyle/>
        <a:p>
          <a:endParaRPr lang="en-GB"/>
        </a:p>
      </dgm:t>
    </dgm:pt>
    <dgm:pt modelId="{BA745AA3-4C1D-45AC-B1B6-A4461B152706}" type="pres">
      <dgm:prSet presAssocID="{5575EEA2-7112-4334-9DB7-246E838AC723}" presName="Name0" presStyleCnt="0">
        <dgm:presLayoutVars>
          <dgm:dir/>
          <dgm:animLvl val="lvl"/>
          <dgm:resizeHandles val="exact"/>
        </dgm:presLayoutVars>
      </dgm:prSet>
      <dgm:spPr/>
    </dgm:pt>
    <dgm:pt modelId="{EA8DC8F0-22BF-014B-B02C-58215DC30195}" type="pres">
      <dgm:prSet presAssocID="{7BC82268-C43E-0D46-9B21-B53A8C84BB66}" presName="compositeNode" presStyleCnt="0">
        <dgm:presLayoutVars>
          <dgm:bulletEnabled val="1"/>
        </dgm:presLayoutVars>
      </dgm:prSet>
      <dgm:spPr/>
    </dgm:pt>
    <dgm:pt modelId="{AC310F8B-54C7-824E-A569-3D7D64719DF3}" type="pres">
      <dgm:prSet presAssocID="{7BC82268-C43E-0D46-9B21-B53A8C84BB66}" presName="bgRect" presStyleLbl="fgAcc1" presStyleIdx="0" presStyleCnt="4" custLinFactNeighborX="-5462" custLinFactNeighborY="379"/>
      <dgm:spPr/>
    </dgm:pt>
    <dgm:pt modelId="{921DFE07-E56A-6340-B8C9-F252488A5931}" type="pres">
      <dgm:prSet presAssocID="{AD40CF06-B025-1E4C-A67A-50523786BC9B}" presName="sibTransNodeRect" presStyleLbl="bgShp" presStyleIdx="0" presStyleCnt="0">
        <dgm:presLayoutVars>
          <dgm:chMax val="0"/>
          <dgm:bulletEnabled/>
        </dgm:presLayoutVars>
      </dgm:prSet>
      <dgm:spPr/>
    </dgm:pt>
    <dgm:pt modelId="{D70D0EE9-B584-EB49-A26C-20A2CE12073B}" type="pres">
      <dgm:prSet presAssocID="{7BC82268-C43E-0D46-9B21-B53A8C84BB66}" presName="nodeRect" presStyleLbl="parChTrans1D1" presStyleIdx="0" presStyleCnt="0">
        <dgm:presLayoutVars>
          <dgm:bulletEnabled val="1"/>
        </dgm:presLayoutVars>
      </dgm:prSet>
      <dgm:spPr/>
    </dgm:pt>
    <dgm:pt modelId="{BAEC0998-7EAC-AB44-B195-E1B5D1CAB7CE}" type="pres">
      <dgm:prSet presAssocID="{AD40CF06-B025-1E4C-A67A-50523786BC9B}" presName="sibTrans" presStyleCnt="0"/>
      <dgm:spPr/>
    </dgm:pt>
    <dgm:pt modelId="{910C5296-7280-6E46-8617-265CDF569311}" type="pres">
      <dgm:prSet presAssocID="{3E7A3135-610C-F846-A309-A013187F7636}" presName="compositeNode" presStyleCnt="0">
        <dgm:presLayoutVars>
          <dgm:bulletEnabled val="1"/>
        </dgm:presLayoutVars>
      </dgm:prSet>
      <dgm:spPr/>
    </dgm:pt>
    <dgm:pt modelId="{3D5E6B49-1B99-304B-982B-4E2D43D8C0D4}" type="pres">
      <dgm:prSet presAssocID="{3E7A3135-610C-F846-A309-A013187F7636}" presName="bgRect" presStyleLbl="fgAcc1" presStyleIdx="1" presStyleCnt="4"/>
      <dgm:spPr/>
    </dgm:pt>
    <dgm:pt modelId="{2CEE528A-C416-B94E-9D57-51547902E59B}" type="pres">
      <dgm:prSet presAssocID="{69514D41-2459-694B-A88E-43FE0995F0C8}" presName="sibTransNodeRect" presStyleLbl="bgShp" presStyleIdx="0" presStyleCnt="0">
        <dgm:presLayoutVars>
          <dgm:chMax val="0"/>
          <dgm:bulletEnabled/>
        </dgm:presLayoutVars>
      </dgm:prSet>
      <dgm:spPr/>
    </dgm:pt>
    <dgm:pt modelId="{65292A56-AE48-4242-8568-3575E25D0E78}" type="pres">
      <dgm:prSet presAssocID="{3E7A3135-610C-F846-A309-A013187F7636}" presName="nodeRect" presStyleLbl="parChTrans1D1" presStyleIdx="0" presStyleCnt="0">
        <dgm:presLayoutVars>
          <dgm:bulletEnabled val="1"/>
        </dgm:presLayoutVars>
      </dgm:prSet>
      <dgm:spPr/>
    </dgm:pt>
    <dgm:pt modelId="{8A5C2981-4431-0B47-8BDA-AC8D53EAF720}" type="pres">
      <dgm:prSet presAssocID="{69514D41-2459-694B-A88E-43FE0995F0C8}" presName="sibTrans" presStyleCnt="0"/>
      <dgm:spPr/>
    </dgm:pt>
    <dgm:pt modelId="{066E8CB4-F7FA-CA46-A907-B35209CE7621}" type="pres">
      <dgm:prSet presAssocID="{0141CE45-5523-1D44-B57D-F0D3B0BBE19B}" presName="compositeNode" presStyleCnt="0">
        <dgm:presLayoutVars>
          <dgm:bulletEnabled val="1"/>
        </dgm:presLayoutVars>
      </dgm:prSet>
      <dgm:spPr/>
    </dgm:pt>
    <dgm:pt modelId="{3CABBED5-BAB3-0B47-8BA7-A30A15CD30E3}" type="pres">
      <dgm:prSet presAssocID="{0141CE45-5523-1D44-B57D-F0D3B0BBE19B}" presName="bgRect" presStyleLbl="fgAcc1" presStyleIdx="2" presStyleCnt="4"/>
      <dgm:spPr/>
    </dgm:pt>
    <dgm:pt modelId="{C48312AF-D4BD-914B-8C74-5C5BEEA34015}" type="pres">
      <dgm:prSet presAssocID="{33E4E688-347F-B54E-921C-C4B1E3A0991D}" presName="sibTransNodeRect" presStyleLbl="bgShp" presStyleIdx="0" presStyleCnt="0">
        <dgm:presLayoutVars>
          <dgm:chMax val="0"/>
          <dgm:bulletEnabled/>
        </dgm:presLayoutVars>
      </dgm:prSet>
      <dgm:spPr/>
    </dgm:pt>
    <dgm:pt modelId="{E3375447-D097-6543-B8FB-B82155502241}" type="pres">
      <dgm:prSet presAssocID="{0141CE45-5523-1D44-B57D-F0D3B0BBE19B}" presName="nodeRect" presStyleLbl="parChTrans1D1" presStyleIdx="0" presStyleCnt="0">
        <dgm:presLayoutVars>
          <dgm:bulletEnabled val="1"/>
        </dgm:presLayoutVars>
      </dgm:prSet>
      <dgm:spPr/>
    </dgm:pt>
    <dgm:pt modelId="{25E1F072-0625-1944-9FE9-6CF39AD336CF}" type="pres">
      <dgm:prSet presAssocID="{33E4E688-347F-B54E-921C-C4B1E3A0991D}" presName="sibTrans" presStyleCnt="0"/>
      <dgm:spPr/>
    </dgm:pt>
    <dgm:pt modelId="{C0DD58D1-2F06-5544-A05A-889C786FB439}" type="pres">
      <dgm:prSet presAssocID="{21AB4D51-FDBC-F140-831C-0EF701AEBF91}" presName="compositeNode" presStyleCnt="0">
        <dgm:presLayoutVars>
          <dgm:bulletEnabled val="1"/>
        </dgm:presLayoutVars>
      </dgm:prSet>
      <dgm:spPr/>
    </dgm:pt>
    <dgm:pt modelId="{76A32DA6-EA28-304F-8888-99778C6B7863}" type="pres">
      <dgm:prSet presAssocID="{21AB4D51-FDBC-F140-831C-0EF701AEBF91}" presName="bgRect" presStyleLbl="fgAcc1" presStyleIdx="3" presStyleCnt="4"/>
      <dgm:spPr/>
    </dgm:pt>
    <dgm:pt modelId="{14E601BD-2B3E-1940-B3CC-C516B01ADDF2}" type="pres">
      <dgm:prSet presAssocID="{DB87F5E2-410A-F046-AB4D-DC0539F66EB6}" presName="sibTransNodeRect" presStyleLbl="bgShp" presStyleIdx="0" presStyleCnt="0">
        <dgm:presLayoutVars>
          <dgm:chMax val="0"/>
          <dgm:bulletEnabled/>
        </dgm:presLayoutVars>
      </dgm:prSet>
      <dgm:spPr/>
    </dgm:pt>
    <dgm:pt modelId="{FD5D7723-36D3-B34D-A6AA-F161B6B1DFAC}" type="pres">
      <dgm:prSet presAssocID="{21AB4D51-FDBC-F140-831C-0EF701AEBF91}" presName="nodeRect" presStyleLbl="parChTrans1D1" presStyleIdx="0" presStyleCnt="0">
        <dgm:presLayoutVars>
          <dgm:bulletEnabled val="1"/>
        </dgm:presLayoutVars>
      </dgm:prSet>
      <dgm:spPr/>
    </dgm:pt>
  </dgm:ptLst>
  <dgm:cxnLst>
    <dgm:cxn modelId="{3A86E60A-F163-664E-BD32-22025BA4DE79}" type="presOf" srcId="{69514D41-2459-694B-A88E-43FE0995F0C8}" destId="{2CEE528A-C416-B94E-9D57-51547902E59B}" srcOrd="0" destOrd="0" presId="urn:microsoft.com/office/officeart/2024/layout/NumberedTitleCardList#1"/>
    <dgm:cxn modelId="{450C1D0F-5CBC-084A-A80B-7D007C9DD0DE}" srcId="{5575EEA2-7112-4334-9DB7-246E838AC723}" destId="{21AB4D51-FDBC-F140-831C-0EF701AEBF91}" srcOrd="3" destOrd="0" parTransId="{D776FB6B-3538-AD4C-A416-6F8D41F86BD5}" sibTransId="{DB87F5E2-410A-F046-AB4D-DC0539F66EB6}"/>
    <dgm:cxn modelId="{FD231A15-FE4F-1B42-B5E7-4E98A4BE38D0}" srcId="{5575EEA2-7112-4334-9DB7-246E838AC723}" destId="{7BC82268-C43E-0D46-9B21-B53A8C84BB66}" srcOrd="0" destOrd="0" parTransId="{AEB9DCE2-45B4-1A40-A292-B50A9CCDDB6D}" sibTransId="{AD40CF06-B025-1E4C-A67A-50523786BC9B}"/>
    <dgm:cxn modelId="{C727E427-89EA-5D45-9742-68C0A90AEEF1}" type="presOf" srcId="{21AB4D51-FDBC-F140-831C-0EF701AEBF91}" destId="{FD5D7723-36D3-B34D-A6AA-F161B6B1DFAC}" srcOrd="1" destOrd="0" presId="urn:microsoft.com/office/officeart/2024/layout/NumberedTitleCardList#1"/>
    <dgm:cxn modelId="{9019E22F-6D97-C64E-82E4-B792BCA47FDD}" srcId="{5575EEA2-7112-4334-9DB7-246E838AC723}" destId="{3E7A3135-610C-F846-A309-A013187F7636}" srcOrd="1" destOrd="0" parTransId="{EBC82823-2216-AE41-9E6D-2588FD05D59F}" sibTransId="{69514D41-2459-694B-A88E-43FE0995F0C8}"/>
    <dgm:cxn modelId="{44AD9361-5232-CE44-8B4F-5C3091C09C29}" type="presOf" srcId="{7BC82268-C43E-0D46-9B21-B53A8C84BB66}" destId="{AC310F8B-54C7-824E-A569-3D7D64719DF3}" srcOrd="0" destOrd="0" presId="urn:microsoft.com/office/officeart/2024/layout/NumberedTitleCardList#1"/>
    <dgm:cxn modelId="{8FAA524B-FFBB-8848-BEF7-A5ED6F75FA4E}" type="presOf" srcId="{0141CE45-5523-1D44-B57D-F0D3B0BBE19B}" destId="{3CABBED5-BAB3-0B47-8BA7-A30A15CD30E3}" srcOrd="0" destOrd="0" presId="urn:microsoft.com/office/officeart/2024/layout/NumberedTitleCardList#1"/>
    <dgm:cxn modelId="{F1739252-B733-B043-B4D0-7BB2E7309DB2}" type="presOf" srcId="{3E7A3135-610C-F846-A309-A013187F7636}" destId="{3D5E6B49-1B99-304B-982B-4E2D43D8C0D4}" srcOrd="0" destOrd="0" presId="urn:microsoft.com/office/officeart/2024/layout/NumberedTitleCardList#1"/>
    <dgm:cxn modelId="{7382847C-E264-0842-9AB6-59511C0AB14B}" type="presOf" srcId="{7BC82268-C43E-0D46-9B21-B53A8C84BB66}" destId="{D70D0EE9-B584-EB49-A26C-20A2CE12073B}" srcOrd="1" destOrd="0" presId="urn:microsoft.com/office/officeart/2024/layout/NumberedTitleCardList#1"/>
    <dgm:cxn modelId="{7FAA2A83-9D76-495C-9908-28885CB474E3}" type="presOf" srcId="{5575EEA2-7112-4334-9DB7-246E838AC723}" destId="{BA745AA3-4C1D-45AC-B1B6-A4461B152706}" srcOrd="0" destOrd="0" presId="urn:microsoft.com/office/officeart/2024/layout/NumberedTitleCardList#1"/>
    <dgm:cxn modelId="{0793A286-2519-1548-B5C4-7B2BB2278D83}" type="presOf" srcId="{33E4E688-347F-B54E-921C-C4B1E3A0991D}" destId="{C48312AF-D4BD-914B-8C74-5C5BEEA34015}" srcOrd="0" destOrd="0" presId="urn:microsoft.com/office/officeart/2024/layout/NumberedTitleCardList#1"/>
    <dgm:cxn modelId="{454BB899-4621-6B42-A210-623CCFD5AD4A}" type="presOf" srcId="{AD40CF06-B025-1E4C-A67A-50523786BC9B}" destId="{921DFE07-E56A-6340-B8C9-F252488A5931}" srcOrd="0" destOrd="0" presId="urn:microsoft.com/office/officeart/2024/layout/NumberedTitleCardList#1"/>
    <dgm:cxn modelId="{A71CD1B6-D2B0-F544-8249-476916CE4147}" type="presOf" srcId="{DB87F5E2-410A-F046-AB4D-DC0539F66EB6}" destId="{14E601BD-2B3E-1940-B3CC-C516B01ADDF2}" srcOrd="0" destOrd="0" presId="urn:microsoft.com/office/officeart/2024/layout/NumberedTitleCardList#1"/>
    <dgm:cxn modelId="{00B945BA-65F3-A042-B813-E2FA039AAD9C}" srcId="{5575EEA2-7112-4334-9DB7-246E838AC723}" destId="{0141CE45-5523-1D44-B57D-F0D3B0BBE19B}" srcOrd="2" destOrd="0" parTransId="{D94949A1-78C0-8745-B033-67D183272D78}" sibTransId="{33E4E688-347F-B54E-921C-C4B1E3A0991D}"/>
    <dgm:cxn modelId="{63C5E8CA-36F9-3E4F-B655-B64411CF4846}" type="presOf" srcId="{3E7A3135-610C-F846-A309-A013187F7636}" destId="{65292A56-AE48-4242-8568-3575E25D0E78}" srcOrd="1" destOrd="0" presId="urn:microsoft.com/office/officeart/2024/layout/NumberedTitleCardList#1"/>
    <dgm:cxn modelId="{DE8A73E6-3B45-5249-9421-71082B3FFA2D}" type="presOf" srcId="{21AB4D51-FDBC-F140-831C-0EF701AEBF91}" destId="{76A32DA6-EA28-304F-8888-99778C6B7863}" srcOrd="0" destOrd="0" presId="urn:microsoft.com/office/officeart/2024/layout/NumberedTitleCardList#1"/>
    <dgm:cxn modelId="{58AF9FEF-2840-C346-931A-534B13215C46}" type="presOf" srcId="{0141CE45-5523-1D44-B57D-F0D3B0BBE19B}" destId="{E3375447-D097-6543-B8FB-B82155502241}" srcOrd="1" destOrd="0" presId="urn:microsoft.com/office/officeart/2024/layout/NumberedTitleCardList#1"/>
    <dgm:cxn modelId="{B2DA2FDA-5A3D-604F-B148-BFB32E6CDBC6}" type="presParOf" srcId="{BA745AA3-4C1D-45AC-B1B6-A4461B152706}" destId="{EA8DC8F0-22BF-014B-B02C-58215DC30195}" srcOrd="0" destOrd="0" presId="urn:microsoft.com/office/officeart/2024/layout/NumberedTitleCardList#1"/>
    <dgm:cxn modelId="{A855247A-C691-3B46-89E7-2EEBE07ADD8D}" type="presParOf" srcId="{EA8DC8F0-22BF-014B-B02C-58215DC30195}" destId="{AC310F8B-54C7-824E-A569-3D7D64719DF3}" srcOrd="0" destOrd="0" presId="urn:microsoft.com/office/officeart/2024/layout/NumberedTitleCardList#1"/>
    <dgm:cxn modelId="{D9049FE4-33D0-A949-AF90-275ACBF74309}" type="presParOf" srcId="{EA8DC8F0-22BF-014B-B02C-58215DC30195}" destId="{921DFE07-E56A-6340-B8C9-F252488A5931}" srcOrd="1" destOrd="0" presId="urn:microsoft.com/office/officeart/2024/layout/NumberedTitleCardList#1"/>
    <dgm:cxn modelId="{4DD2E438-5148-4546-A83D-940C428B0D76}" type="presParOf" srcId="{EA8DC8F0-22BF-014B-B02C-58215DC30195}" destId="{D70D0EE9-B584-EB49-A26C-20A2CE12073B}" srcOrd="2" destOrd="0" presId="urn:microsoft.com/office/officeart/2024/layout/NumberedTitleCardList#1"/>
    <dgm:cxn modelId="{3D68FFF1-DA6F-5640-8BA6-EEC483683BBA}" type="presParOf" srcId="{BA745AA3-4C1D-45AC-B1B6-A4461B152706}" destId="{BAEC0998-7EAC-AB44-B195-E1B5D1CAB7CE}" srcOrd="1" destOrd="0" presId="urn:microsoft.com/office/officeart/2024/layout/NumberedTitleCardList#1"/>
    <dgm:cxn modelId="{8D45E41A-6668-B64F-9B7F-7F052282291E}" type="presParOf" srcId="{BA745AA3-4C1D-45AC-B1B6-A4461B152706}" destId="{910C5296-7280-6E46-8617-265CDF569311}" srcOrd="2" destOrd="0" presId="urn:microsoft.com/office/officeart/2024/layout/NumberedTitleCardList#1"/>
    <dgm:cxn modelId="{85717954-B644-9142-A947-2C7719A86602}" type="presParOf" srcId="{910C5296-7280-6E46-8617-265CDF569311}" destId="{3D5E6B49-1B99-304B-982B-4E2D43D8C0D4}" srcOrd="0" destOrd="0" presId="urn:microsoft.com/office/officeart/2024/layout/NumberedTitleCardList#1"/>
    <dgm:cxn modelId="{1CA060B7-411A-CB4C-8E0F-034A4DC945E6}" type="presParOf" srcId="{910C5296-7280-6E46-8617-265CDF569311}" destId="{2CEE528A-C416-B94E-9D57-51547902E59B}" srcOrd="1" destOrd="0" presId="urn:microsoft.com/office/officeart/2024/layout/NumberedTitleCardList#1"/>
    <dgm:cxn modelId="{A72AB093-FB47-E747-B1E3-755015145A74}" type="presParOf" srcId="{910C5296-7280-6E46-8617-265CDF569311}" destId="{65292A56-AE48-4242-8568-3575E25D0E78}" srcOrd="2" destOrd="0" presId="urn:microsoft.com/office/officeart/2024/layout/NumberedTitleCardList#1"/>
    <dgm:cxn modelId="{03790A7B-45B4-3D43-9A76-6C3F8B3A7A97}" type="presParOf" srcId="{BA745AA3-4C1D-45AC-B1B6-A4461B152706}" destId="{8A5C2981-4431-0B47-8BDA-AC8D53EAF720}" srcOrd="3" destOrd="0" presId="urn:microsoft.com/office/officeart/2024/layout/NumberedTitleCardList#1"/>
    <dgm:cxn modelId="{C52B82EB-5BDC-D54F-BEEE-7FD69A0E2EEB}" type="presParOf" srcId="{BA745AA3-4C1D-45AC-B1B6-A4461B152706}" destId="{066E8CB4-F7FA-CA46-A907-B35209CE7621}" srcOrd="4" destOrd="0" presId="urn:microsoft.com/office/officeart/2024/layout/NumberedTitleCardList#1"/>
    <dgm:cxn modelId="{D0F1F446-BBF4-6247-BB59-9B2850851AEC}" type="presParOf" srcId="{066E8CB4-F7FA-CA46-A907-B35209CE7621}" destId="{3CABBED5-BAB3-0B47-8BA7-A30A15CD30E3}" srcOrd="0" destOrd="0" presId="urn:microsoft.com/office/officeart/2024/layout/NumberedTitleCardList#1"/>
    <dgm:cxn modelId="{38FB05A4-AF33-5A4B-9542-D79BCAD8B7F7}" type="presParOf" srcId="{066E8CB4-F7FA-CA46-A907-B35209CE7621}" destId="{C48312AF-D4BD-914B-8C74-5C5BEEA34015}" srcOrd="1" destOrd="0" presId="urn:microsoft.com/office/officeart/2024/layout/NumberedTitleCardList#1"/>
    <dgm:cxn modelId="{D58D68CB-4F13-6145-89EE-5CF7B6640B29}" type="presParOf" srcId="{066E8CB4-F7FA-CA46-A907-B35209CE7621}" destId="{E3375447-D097-6543-B8FB-B82155502241}" srcOrd="2" destOrd="0" presId="urn:microsoft.com/office/officeart/2024/layout/NumberedTitleCardList#1"/>
    <dgm:cxn modelId="{33E595DD-A61F-614B-BCCE-8F7AAE722EA3}" type="presParOf" srcId="{BA745AA3-4C1D-45AC-B1B6-A4461B152706}" destId="{25E1F072-0625-1944-9FE9-6CF39AD336CF}" srcOrd="5" destOrd="0" presId="urn:microsoft.com/office/officeart/2024/layout/NumberedTitleCardList#1"/>
    <dgm:cxn modelId="{171BF4E4-0022-3B4D-91AE-93B498046286}" type="presParOf" srcId="{BA745AA3-4C1D-45AC-B1B6-A4461B152706}" destId="{C0DD58D1-2F06-5544-A05A-889C786FB439}" srcOrd="6" destOrd="0" presId="urn:microsoft.com/office/officeart/2024/layout/NumberedTitleCardList#1"/>
    <dgm:cxn modelId="{D88BA2D8-4043-2A4A-B241-5F744E2D2970}" type="presParOf" srcId="{C0DD58D1-2F06-5544-A05A-889C786FB439}" destId="{76A32DA6-EA28-304F-8888-99778C6B7863}" srcOrd="0" destOrd="0" presId="urn:microsoft.com/office/officeart/2024/layout/NumberedTitleCardList#1"/>
    <dgm:cxn modelId="{817C747A-FC08-154F-889E-CCADD3A378D5}" type="presParOf" srcId="{C0DD58D1-2F06-5544-A05A-889C786FB439}" destId="{14E601BD-2B3E-1940-B3CC-C516B01ADDF2}" srcOrd="1" destOrd="0" presId="urn:microsoft.com/office/officeart/2024/layout/NumberedTitleCardList#1"/>
    <dgm:cxn modelId="{41EC9030-5DBE-DB4F-923B-7958B4835E00}" type="presParOf" srcId="{C0DD58D1-2F06-5544-A05A-889C786FB439}" destId="{FD5D7723-36D3-B34D-A6AA-F161B6B1DFAC}" srcOrd="2" destOrd="0" presId="urn:microsoft.com/office/officeart/2024/layout/NumberedTitleCard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9EDA34-1700-415A-9E6F-12F35D54E9F1}" type="doc">
      <dgm:prSet loTypeId="urn:microsoft.com/office/officeart/2005/8/layout/hProcess9" loCatId="process" qsTypeId="urn:microsoft.com/office/officeart/2005/8/quickstyle/simple1#2" qsCatId="simple" csTypeId="urn:microsoft.com/office/officeart/2005/8/colors/accent6_2#1" csCatId="accent6" phldr="1"/>
      <dgm:spPr/>
      <dgm:t>
        <a:bodyPr/>
        <a:lstStyle/>
        <a:p>
          <a:endParaRPr lang="en-AU"/>
        </a:p>
      </dgm:t>
    </dgm:pt>
    <dgm:pt modelId="{C5EFFF25-D790-49A3-AB30-4E0CE3D397A8}">
      <dgm:prSet/>
      <dgm:spPr/>
      <dgm:t>
        <a:bodyPr/>
        <a:lstStyle/>
        <a:p>
          <a:r>
            <a:rPr lang="en-US" dirty="0"/>
            <a:t>Explore relevant literature</a:t>
          </a:r>
          <a:endParaRPr lang="en-AU" dirty="0"/>
        </a:p>
      </dgm:t>
    </dgm:pt>
    <dgm:pt modelId="{9C17ED18-DE50-4F41-BF99-5AB2008363E6}" type="parTrans" cxnId="{00E47F01-AA76-467E-8A38-D64555BD4970}">
      <dgm:prSet/>
      <dgm:spPr/>
      <dgm:t>
        <a:bodyPr/>
        <a:lstStyle/>
        <a:p>
          <a:endParaRPr lang="en-AU"/>
        </a:p>
      </dgm:t>
    </dgm:pt>
    <dgm:pt modelId="{EB81BB61-1F7C-438F-9924-6C1BE52E3283}" type="sibTrans" cxnId="{00E47F01-AA76-467E-8A38-D64555BD4970}">
      <dgm:prSet/>
      <dgm:spPr/>
      <dgm:t>
        <a:bodyPr/>
        <a:lstStyle/>
        <a:p>
          <a:endParaRPr lang="en-AU"/>
        </a:p>
      </dgm:t>
    </dgm:pt>
    <dgm:pt modelId="{BC2A9645-99D6-4785-9BB1-86954DD63438}">
      <dgm:prSet/>
      <dgm:spPr/>
      <dgm:t>
        <a:bodyPr/>
        <a:lstStyle/>
        <a:p>
          <a:r>
            <a:rPr lang="en-US" dirty="0"/>
            <a:t>Design a practical methodology</a:t>
          </a:r>
          <a:endParaRPr lang="en-AU" dirty="0"/>
        </a:p>
      </dgm:t>
    </dgm:pt>
    <dgm:pt modelId="{CA7E5915-BF95-48B0-A881-DF25D828EB83}" type="parTrans" cxnId="{AF7BED82-0737-47EF-9239-42E41A6FD344}">
      <dgm:prSet/>
      <dgm:spPr/>
      <dgm:t>
        <a:bodyPr/>
        <a:lstStyle/>
        <a:p>
          <a:endParaRPr lang="en-AU"/>
        </a:p>
      </dgm:t>
    </dgm:pt>
    <dgm:pt modelId="{9E49462B-FDDB-4A9E-95B7-778E5DBAC0AE}" type="sibTrans" cxnId="{AF7BED82-0737-47EF-9239-42E41A6FD344}">
      <dgm:prSet/>
      <dgm:spPr/>
      <dgm:t>
        <a:bodyPr/>
        <a:lstStyle/>
        <a:p>
          <a:endParaRPr lang="en-AU"/>
        </a:p>
      </dgm:t>
    </dgm:pt>
    <dgm:pt modelId="{AF4CF50C-3A67-47B2-A54C-E0541961F530}">
      <dgm:prSet/>
      <dgm:spPr/>
      <dgm:t>
        <a:bodyPr/>
        <a:lstStyle/>
        <a:p>
          <a:r>
            <a:rPr lang="en-US" dirty="0"/>
            <a:t>Map out a realistic timeline.</a:t>
          </a:r>
          <a:endParaRPr lang="en-AU" dirty="0"/>
        </a:p>
      </dgm:t>
    </dgm:pt>
    <dgm:pt modelId="{E077F06A-7632-4DA3-A2F0-C964F614B1AB}" type="parTrans" cxnId="{FB6D1D38-AEE4-41C2-AF2B-B284CAA02AB7}">
      <dgm:prSet/>
      <dgm:spPr/>
      <dgm:t>
        <a:bodyPr/>
        <a:lstStyle/>
        <a:p>
          <a:endParaRPr lang="en-AU"/>
        </a:p>
      </dgm:t>
    </dgm:pt>
    <dgm:pt modelId="{F30D32AF-2DFA-4F6A-8660-25DD2B040662}" type="sibTrans" cxnId="{FB6D1D38-AEE4-41C2-AF2B-B284CAA02AB7}">
      <dgm:prSet/>
      <dgm:spPr/>
      <dgm:t>
        <a:bodyPr/>
        <a:lstStyle/>
        <a:p>
          <a:endParaRPr lang="en-AU"/>
        </a:p>
      </dgm:t>
    </dgm:pt>
    <dgm:pt modelId="{1B4BB8F2-5651-4974-A3D9-5CE4ADCEFF43}">
      <dgm:prSet/>
      <dgm:spPr/>
      <dgm:t>
        <a:bodyPr/>
        <a:lstStyle/>
        <a:p>
          <a:r>
            <a:rPr lang="en-US" dirty="0"/>
            <a:t>Turn a broad project idea into a focused, answerable research question</a:t>
          </a:r>
          <a:endParaRPr lang="en-AU" dirty="0"/>
        </a:p>
      </dgm:t>
    </dgm:pt>
    <dgm:pt modelId="{1EBF99F5-BDE2-49F6-B592-5E333F437926}" type="parTrans" cxnId="{2FC1568B-EDD9-4135-AE47-E2725A78F9C6}">
      <dgm:prSet/>
      <dgm:spPr/>
      <dgm:t>
        <a:bodyPr/>
        <a:lstStyle/>
        <a:p>
          <a:endParaRPr lang="en-AU"/>
        </a:p>
      </dgm:t>
    </dgm:pt>
    <dgm:pt modelId="{B74625E3-45E9-4755-81F4-DAC14CD17749}" type="sibTrans" cxnId="{2FC1568B-EDD9-4135-AE47-E2725A78F9C6}">
      <dgm:prSet/>
      <dgm:spPr/>
      <dgm:t>
        <a:bodyPr/>
        <a:lstStyle/>
        <a:p>
          <a:endParaRPr lang="en-AU"/>
        </a:p>
      </dgm:t>
    </dgm:pt>
    <dgm:pt modelId="{5F1BB7ED-F522-4535-97A3-217A173A5E30}" type="pres">
      <dgm:prSet presAssocID="{019EDA34-1700-415A-9E6F-12F35D54E9F1}" presName="CompostProcess" presStyleCnt="0">
        <dgm:presLayoutVars>
          <dgm:dir/>
          <dgm:resizeHandles val="exact"/>
        </dgm:presLayoutVars>
      </dgm:prSet>
      <dgm:spPr/>
    </dgm:pt>
    <dgm:pt modelId="{CB9351E4-AD80-4D08-B6F8-B0FEA54DE43C}" type="pres">
      <dgm:prSet presAssocID="{019EDA34-1700-415A-9E6F-12F35D54E9F1}" presName="arrow" presStyleLbl="bgShp" presStyleIdx="0" presStyleCnt="1" custLinFactNeighborX="0" custLinFactNeighborY="79523"/>
      <dgm:spPr/>
    </dgm:pt>
    <dgm:pt modelId="{0E033F1E-2961-429E-BA3E-121CD66E3ADB}" type="pres">
      <dgm:prSet presAssocID="{019EDA34-1700-415A-9E6F-12F35D54E9F1}" presName="linearProcess" presStyleCnt="0"/>
      <dgm:spPr/>
    </dgm:pt>
    <dgm:pt modelId="{12C8A3F6-925A-4C85-910A-C17050708F67}" type="pres">
      <dgm:prSet presAssocID="{C5EFFF25-D790-49A3-AB30-4E0CE3D397A8}" presName="textNode" presStyleLbl="node1" presStyleIdx="0" presStyleCnt="4">
        <dgm:presLayoutVars>
          <dgm:bulletEnabled val="1"/>
        </dgm:presLayoutVars>
      </dgm:prSet>
      <dgm:spPr/>
    </dgm:pt>
    <dgm:pt modelId="{CA30CA72-D9E1-4083-AE26-811DBBA9D1AC}" type="pres">
      <dgm:prSet presAssocID="{EB81BB61-1F7C-438F-9924-6C1BE52E3283}" presName="sibTrans" presStyleCnt="0"/>
      <dgm:spPr/>
    </dgm:pt>
    <dgm:pt modelId="{B3D46223-F00D-4969-ACF1-1C4990B0FB3F}" type="pres">
      <dgm:prSet presAssocID="{1B4BB8F2-5651-4974-A3D9-5CE4ADCEFF43}" presName="textNode" presStyleLbl="node1" presStyleIdx="1" presStyleCnt="4">
        <dgm:presLayoutVars>
          <dgm:bulletEnabled val="1"/>
        </dgm:presLayoutVars>
      </dgm:prSet>
      <dgm:spPr/>
    </dgm:pt>
    <dgm:pt modelId="{3C8E93D6-6ECC-43A2-BA6B-33BB2F14E8CD}" type="pres">
      <dgm:prSet presAssocID="{B74625E3-45E9-4755-81F4-DAC14CD17749}" presName="sibTrans" presStyleCnt="0"/>
      <dgm:spPr/>
    </dgm:pt>
    <dgm:pt modelId="{070A5C5B-9690-42FC-A04C-326F373A4FD3}" type="pres">
      <dgm:prSet presAssocID="{BC2A9645-99D6-4785-9BB1-86954DD63438}" presName="textNode" presStyleLbl="node1" presStyleIdx="2" presStyleCnt="4">
        <dgm:presLayoutVars>
          <dgm:bulletEnabled val="1"/>
        </dgm:presLayoutVars>
      </dgm:prSet>
      <dgm:spPr/>
    </dgm:pt>
    <dgm:pt modelId="{FB69E67C-9E8B-4EB8-ABAB-755D7722E963}" type="pres">
      <dgm:prSet presAssocID="{9E49462B-FDDB-4A9E-95B7-778E5DBAC0AE}" presName="sibTrans" presStyleCnt="0"/>
      <dgm:spPr/>
    </dgm:pt>
    <dgm:pt modelId="{713EC33E-FA41-4B76-BD40-A343ADB7CAB1}" type="pres">
      <dgm:prSet presAssocID="{AF4CF50C-3A67-47B2-A54C-E0541961F530}" presName="textNode" presStyleLbl="node1" presStyleIdx="3" presStyleCnt="4">
        <dgm:presLayoutVars>
          <dgm:bulletEnabled val="1"/>
        </dgm:presLayoutVars>
      </dgm:prSet>
      <dgm:spPr/>
    </dgm:pt>
  </dgm:ptLst>
  <dgm:cxnLst>
    <dgm:cxn modelId="{00E47F01-AA76-467E-8A38-D64555BD4970}" srcId="{019EDA34-1700-415A-9E6F-12F35D54E9F1}" destId="{C5EFFF25-D790-49A3-AB30-4E0CE3D397A8}" srcOrd="0" destOrd="0" parTransId="{9C17ED18-DE50-4F41-BF99-5AB2008363E6}" sibTransId="{EB81BB61-1F7C-438F-9924-6C1BE52E3283}"/>
    <dgm:cxn modelId="{9624530E-3ACA-4584-A754-8B8F6DEA721D}" type="presOf" srcId="{1B4BB8F2-5651-4974-A3D9-5CE4ADCEFF43}" destId="{B3D46223-F00D-4969-ACF1-1C4990B0FB3F}" srcOrd="0" destOrd="0" presId="urn:microsoft.com/office/officeart/2005/8/layout/hProcess9"/>
    <dgm:cxn modelId="{F7C36334-D0C5-4E2B-9197-7A2E6239662F}" type="presOf" srcId="{AF4CF50C-3A67-47B2-A54C-E0541961F530}" destId="{713EC33E-FA41-4B76-BD40-A343ADB7CAB1}" srcOrd="0" destOrd="0" presId="urn:microsoft.com/office/officeart/2005/8/layout/hProcess9"/>
    <dgm:cxn modelId="{FB6D1D38-AEE4-41C2-AF2B-B284CAA02AB7}" srcId="{019EDA34-1700-415A-9E6F-12F35D54E9F1}" destId="{AF4CF50C-3A67-47B2-A54C-E0541961F530}" srcOrd="3" destOrd="0" parTransId="{E077F06A-7632-4DA3-A2F0-C964F614B1AB}" sibTransId="{F30D32AF-2DFA-4F6A-8660-25DD2B040662}"/>
    <dgm:cxn modelId="{44D41561-A2C4-41BA-BFF2-D2BC78AA60EC}" type="presOf" srcId="{019EDA34-1700-415A-9E6F-12F35D54E9F1}" destId="{5F1BB7ED-F522-4535-97A3-217A173A5E30}" srcOrd="0" destOrd="0" presId="urn:microsoft.com/office/officeart/2005/8/layout/hProcess9"/>
    <dgm:cxn modelId="{AF7BED82-0737-47EF-9239-42E41A6FD344}" srcId="{019EDA34-1700-415A-9E6F-12F35D54E9F1}" destId="{BC2A9645-99D6-4785-9BB1-86954DD63438}" srcOrd="2" destOrd="0" parTransId="{CA7E5915-BF95-48B0-A881-DF25D828EB83}" sibTransId="{9E49462B-FDDB-4A9E-95B7-778E5DBAC0AE}"/>
    <dgm:cxn modelId="{2FC1568B-EDD9-4135-AE47-E2725A78F9C6}" srcId="{019EDA34-1700-415A-9E6F-12F35D54E9F1}" destId="{1B4BB8F2-5651-4974-A3D9-5CE4ADCEFF43}" srcOrd="1" destOrd="0" parTransId="{1EBF99F5-BDE2-49F6-B592-5E333F437926}" sibTransId="{B74625E3-45E9-4755-81F4-DAC14CD17749}"/>
    <dgm:cxn modelId="{B684EB8F-3D9C-44DE-9D05-236D9DFC6850}" type="presOf" srcId="{BC2A9645-99D6-4785-9BB1-86954DD63438}" destId="{070A5C5B-9690-42FC-A04C-326F373A4FD3}" srcOrd="0" destOrd="0" presId="urn:microsoft.com/office/officeart/2005/8/layout/hProcess9"/>
    <dgm:cxn modelId="{567EE9BD-03A4-47FC-989E-0014AAAB0024}" type="presOf" srcId="{C5EFFF25-D790-49A3-AB30-4E0CE3D397A8}" destId="{12C8A3F6-925A-4C85-910A-C17050708F67}" srcOrd="0" destOrd="0" presId="urn:microsoft.com/office/officeart/2005/8/layout/hProcess9"/>
    <dgm:cxn modelId="{AE0A3253-0379-423F-BA77-E3CDD2D1C335}" type="presParOf" srcId="{5F1BB7ED-F522-4535-97A3-217A173A5E30}" destId="{CB9351E4-AD80-4D08-B6F8-B0FEA54DE43C}" srcOrd="0" destOrd="0" presId="urn:microsoft.com/office/officeart/2005/8/layout/hProcess9"/>
    <dgm:cxn modelId="{A22037DD-D62E-4B53-AAB3-D86689C6A46E}" type="presParOf" srcId="{5F1BB7ED-F522-4535-97A3-217A173A5E30}" destId="{0E033F1E-2961-429E-BA3E-121CD66E3ADB}" srcOrd="1" destOrd="0" presId="urn:microsoft.com/office/officeart/2005/8/layout/hProcess9"/>
    <dgm:cxn modelId="{BCDCD799-59CC-4CEB-AD12-3FCB1DB96122}" type="presParOf" srcId="{0E033F1E-2961-429E-BA3E-121CD66E3ADB}" destId="{12C8A3F6-925A-4C85-910A-C17050708F67}" srcOrd="0" destOrd="0" presId="urn:microsoft.com/office/officeart/2005/8/layout/hProcess9"/>
    <dgm:cxn modelId="{E9A145F6-8B48-4D60-A037-8EAEC9CAE58D}" type="presParOf" srcId="{0E033F1E-2961-429E-BA3E-121CD66E3ADB}" destId="{CA30CA72-D9E1-4083-AE26-811DBBA9D1AC}" srcOrd="1" destOrd="0" presId="urn:microsoft.com/office/officeart/2005/8/layout/hProcess9"/>
    <dgm:cxn modelId="{7DE1D544-7873-473C-972B-617427E1C1DC}" type="presParOf" srcId="{0E033F1E-2961-429E-BA3E-121CD66E3ADB}" destId="{B3D46223-F00D-4969-ACF1-1C4990B0FB3F}" srcOrd="2" destOrd="0" presId="urn:microsoft.com/office/officeart/2005/8/layout/hProcess9"/>
    <dgm:cxn modelId="{D50E2D11-702F-4ED0-A365-30B0F4972652}" type="presParOf" srcId="{0E033F1E-2961-429E-BA3E-121CD66E3ADB}" destId="{3C8E93D6-6ECC-43A2-BA6B-33BB2F14E8CD}" srcOrd="3" destOrd="0" presId="urn:microsoft.com/office/officeart/2005/8/layout/hProcess9"/>
    <dgm:cxn modelId="{D34A2977-7C4D-4121-8B3D-75BA8E506B4D}" type="presParOf" srcId="{0E033F1E-2961-429E-BA3E-121CD66E3ADB}" destId="{070A5C5B-9690-42FC-A04C-326F373A4FD3}" srcOrd="4" destOrd="0" presId="urn:microsoft.com/office/officeart/2005/8/layout/hProcess9"/>
    <dgm:cxn modelId="{3170350E-3BF9-4BDE-AE80-FA700F7A106B}" type="presParOf" srcId="{0E033F1E-2961-429E-BA3E-121CD66E3ADB}" destId="{FB69E67C-9E8B-4EB8-ABAB-755D7722E963}" srcOrd="5" destOrd="0" presId="urn:microsoft.com/office/officeart/2005/8/layout/hProcess9"/>
    <dgm:cxn modelId="{737AFA70-4462-4344-8A3A-20DE4D394556}" type="presParOf" srcId="{0E033F1E-2961-429E-BA3E-121CD66E3ADB}" destId="{713EC33E-FA41-4B76-BD40-A343ADB7CAB1}"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31EEA9-6534-974C-9CD0-9DB205DB71FB}" type="doc">
      <dgm:prSet loTypeId="urn:microsoft.com/office/officeart/2024/layout/HorizontalActionList" loCatId="list" qsTypeId="urn:microsoft.com/office/officeart/2005/8/quickstyle/simple1#3" qsCatId="simple" csTypeId="urn:microsoft.com/office/officeart/2005/8/colors/colorful4#1" csCatId="colorful" phldr="1"/>
      <dgm:spPr/>
      <dgm:t>
        <a:bodyPr/>
        <a:lstStyle/>
        <a:p>
          <a:endParaRPr lang="en-GB"/>
        </a:p>
      </dgm:t>
    </dgm:pt>
    <dgm:pt modelId="{F6BA08E2-8E27-F043-B47D-E232A3740F31}">
      <dgm:prSet/>
      <dgm:spPr/>
      <dgm:t>
        <a:bodyPr/>
        <a:lstStyle/>
        <a:p>
          <a:r>
            <a:rPr lang="en-AU" dirty="0"/>
            <a:t>Pros</a:t>
          </a:r>
        </a:p>
      </dgm:t>
    </dgm:pt>
    <dgm:pt modelId="{7842FC4F-FEB9-154B-AF49-528435BAEB34}" type="parTrans" cxnId="{281B4017-3655-0848-A654-387F9342C20E}">
      <dgm:prSet/>
      <dgm:spPr/>
      <dgm:t>
        <a:bodyPr/>
        <a:lstStyle/>
        <a:p>
          <a:endParaRPr lang="en-GB"/>
        </a:p>
      </dgm:t>
    </dgm:pt>
    <dgm:pt modelId="{F893D2BF-DA49-7647-BF53-4060306E1E80}" type="sibTrans" cxnId="{281B4017-3655-0848-A654-387F9342C20E}">
      <dgm:prSet/>
      <dgm:spPr/>
      <dgm:t>
        <a:bodyPr/>
        <a:lstStyle/>
        <a:p>
          <a:endParaRPr lang="en-GB"/>
        </a:p>
      </dgm:t>
    </dgm:pt>
    <dgm:pt modelId="{3021E3F2-993C-1D41-AD32-272FC26FF4A6}">
      <dgm:prSet/>
      <dgm:spPr/>
      <dgm:t>
        <a:bodyPr/>
        <a:lstStyle/>
        <a:p>
          <a:r>
            <a:rPr lang="en-AU" dirty="0"/>
            <a:t>Cons</a:t>
          </a:r>
        </a:p>
      </dgm:t>
    </dgm:pt>
    <dgm:pt modelId="{7AEF20C3-A0CA-3A4C-89C0-968A04E9AA99}" type="parTrans" cxnId="{7E368DB7-EFBA-6042-99DA-4AFE9768A72E}">
      <dgm:prSet/>
      <dgm:spPr/>
      <dgm:t>
        <a:bodyPr/>
        <a:lstStyle/>
        <a:p>
          <a:endParaRPr lang="en-GB"/>
        </a:p>
      </dgm:t>
    </dgm:pt>
    <dgm:pt modelId="{EAFAE874-4B6B-D34F-9F9C-A3880C66C1E5}" type="sibTrans" cxnId="{7E368DB7-EFBA-6042-99DA-4AFE9768A72E}">
      <dgm:prSet/>
      <dgm:spPr/>
      <dgm:t>
        <a:bodyPr/>
        <a:lstStyle/>
        <a:p>
          <a:endParaRPr lang="en-GB"/>
        </a:p>
      </dgm:t>
    </dgm:pt>
    <dgm:pt modelId="{0148EF27-8F5C-F54E-AB4F-186D57796273}">
      <dgm:prSet/>
      <dgm:spPr/>
      <dgm:t>
        <a:bodyPr/>
        <a:lstStyle/>
        <a:p>
          <a:r>
            <a:rPr lang="en-AU" dirty="0"/>
            <a:t>Confidently states findings/limitations that are wrong, softened, or missing</a:t>
          </a:r>
        </a:p>
      </dgm:t>
    </dgm:pt>
    <dgm:pt modelId="{E1964CBB-15B1-7F4D-8AB1-0DAE2935089B}" type="parTrans" cxnId="{38F180F0-5E8F-6246-A079-785357B5B322}">
      <dgm:prSet/>
      <dgm:spPr/>
      <dgm:t>
        <a:bodyPr/>
        <a:lstStyle/>
        <a:p>
          <a:endParaRPr lang="en-GB"/>
        </a:p>
      </dgm:t>
    </dgm:pt>
    <dgm:pt modelId="{D37D7807-09D9-C442-AFB3-7BE7D9345964}" type="sibTrans" cxnId="{38F180F0-5E8F-6246-A079-785357B5B322}">
      <dgm:prSet/>
      <dgm:spPr/>
      <dgm:t>
        <a:bodyPr/>
        <a:lstStyle/>
        <a:p>
          <a:endParaRPr lang="en-GB"/>
        </a:p>
      </dgm:t>
    </dgm:pt>
    <dgm:pt modelId="{144D6FA6-41E9-4D4B-A79A-C56DB980C009}">
      <dgm:prSet/>
      <dgm:spPr/>
      <dgm:t>
        <a:bodyPr/>
        <a:lstStyle/>
        <a:p>
          <a:r>
            <a:rPr lang="en-AU" dirty="0"/>
            <a:t>Can be good at correcting grammar, spelling, improving phrasing</a:t>
          </a:r>
        </a:p>
      </dgm:t>
    </dgm:pt>
    <dgm:pt modelId="{6EF71DD8-1E67-224C-AD33-B8632FF0F874}" type="parTrans" cxnId="{6A39921E-44E0-2B4A-95AC-D9EADCCE52DF}">
      <dgm:prSet/>
      <dgm:spPr/>
      <dgm:t>
        <a:bodyPr/>
        <a:lstStyle/>
        <a:p>
          <a:endParaRPr lang="en-GB"/>
        </a:p>
      </dgm:t>
    </dgm:pt>
    <dgm:pt modelId="{ECAB7852-7BDB-AF49-BF67-1E25E9A0CE87}" type="sibTrans" cxnId="{6A39921E-44E0-2B4A-95AC-D9EADCCE52DF}">
      <dgm:prSet/>
      <dgm:spPr/>
      <dgm:t>
        <a:bodyPr/>
        <a:lstStyle/>
        <a:p>
          <a:endParaRPr lang="en-GB"/>
        </a:p>
      </dgm:t>
    </dgm:pt>
    <dgm:pt modelId="{77DE8A79-E930-F945-9CD1-8E2C0DC56ADC}">
      <dgm:prSet/>
      <dgm:spPr/>
      <dgm:t>
        <a:bodyPr/>
        <a:lstStyle/>
        <a:p>
          <a:r>
            <a:rPr lang="en-AU" dirty="0"/>
            <a:t>careful that it doesn’t change the meaning of your sentences</a:t>
          </a:r>
        </a:p>
      </dgm:t>
    </dgm:pt>
    <dgm:pt modelId="{95017AF9-BE17-9B45-A29F-F3F4E08DEF2C}" type="parTrans" cxnId="{B20D749F-360C-604C-AD83-08A43E0F06CC}">
      <dgm:prSet/>
      <dgm:spPr/>
      <dgm:t>
        <a:bodyPr/>
        <a:lstStyle/>
        <a:p>
          <a:endParaRPr lang="en-GB"/>
        </a:p>
      </dgm:t>
    </dgm:pt>
    <dgm:pt modelId="{718DCAAA-E27E-204F-8A76-7872CA1BC77E}" type="sibTrans" cxnId="{B20D749F-360C-604C-AD83-08A43E0F06CC}">
      <dgm:prSet/>
      <dgm:spPr/>
      <dgm:t>
        <a:bodyPr/>
        <a:lstStyle/>
        <a:p>
          <a:endParaRPr lang="en-GB"/>
        </a:p>
      </dgm:t>
    </dgm:pt>
    <dgm:pt modelId="{3BA0C8B6-5BEF-734C-941C-86628EE5D106}">
      <dgm:prSet/>
      <dgm:spPr/>
      <dgm:t>
        <a:bodyPr/>
        <a:lstStyle/>
        <a:p>
          <a:r>
            <a:rPr lang="en-AU" dirty="0"/>
            <a:t>How do you </a:t>
          </a:r>
          <a:r>
            <a:rPr lang="en-AU" i="1" dirty="0"/>
            <a:t>know</a:t>
          </a:r>
          <a:r>
            <a:rPr lang="en-AU" dirty="0"/>
            <a:t> the info is true?</a:t>
          </a:r>
        </a:p>
      </dgm:t>
    </dgm:pt>
    <dgm:pt modelId="{9C8322E4-EA25-B743-8BE3-0B31964D802D}" type="parTrans" cxnId="{1676D455-C00C-3445-B806-38081335EA03}">
      <dgm:prSet/>
      <dgm:spPr/>
      <dgm:t>
        <a:bodyPr/>
        <a:lstStyle/>
        <a:p>
          <a:endParaRPr lang="en-GB"/>
        </a:p>
      </dgm:t>
    </dgm:pt>
    <dgm:pt modelId="{0A95E011-84D5-2B45-8BF9-D8573113B574}" type="sibTrans" cxnId="{1676D455-C00C-3445-B806-38081335EA03}">
      <dgm:prSet/>
      <dgm:spPr/>
      <dgm:t>
        <a:bodyPr/>
        <a:lstStyle/>
        <a:p>
          <a:endParaRPr lang="en-GB"/>
        </a:p>
      </dgm:t>
    </dgm:pt>
    <dgm:pt modelId="{E3CDD40B-84A3-B947-81DC-E4294893B538}">
      <dgm:prSet/>
      <dgm:spPr/>
      <dgm:t>
        <a:bodyPr/>
        <a:lstStyle/>
        <a:p>
          <a:r>
            <a:rPr lang="en-AU" dirty="0"/>
            <a:t>Saves time (?)</a:t>
          </a:r>
        </a:p>
      </dgm:t>
    </dgm:pt>
    <dgm:pt modelId="{D5EFD041-419C-AA41-8AA3-0FCCC5245CBD}" type="parTrans" cxnId="{C8691BF1-0976-B444-9BC7-DA520596CE2E}">
      <dgm:prSet/>
      <dgm:spPr/>
      <dgm:t>
        <a:bodyPr/>
        <a:lstStyle/>
        <a:p>
          <a:endParaRPr lang="en-GB"/>
        </a:p>
      </dgm:t>
    </dgm:pt>
    <dgm:pt modelId="{52E843E5-40B0-954E-86D7-C0CB16FDD05E}" type="sibTrans" cxnId="{C8691BF1-0976-B444-9BC7-DA520596CE2E}">
      <dgm:prSet/>
      <dgm:spPr/>
      <dgm:t>
        <a:bodyPr/>
        <a:lstStyle/>
        <a:p>
          <a:endParaRPr lang="en-GB"/>
        </a:p>
      </dgm:t>
    </dgm:pt>
    <dgm:pt modelId="{04FE1444-EFC0-3E4B-9A94-3987431D27E3}">
      <dgm:prSet/>
      <dgm:spPr/>
      <dgm:t>
        <a:bodyPr/>
        <a:lstStyle/>
        <a:p>
          <a:r>
            <a:rPr lang="en-AU" dirty="0"/>
            <a:t>Can be </a:t>
          </a:r>
          <a:r>
            <a:rPr lang="en-AU"/>
            <a:t>good for fundamental </a:t>
          </a:r>
          <a:r>
            <a:rPr lang="en-AU" dirty="0"/>
            <a:t>knowledge</a:t>
          </a:r>
        </a:p>
        <a:p>
          <a:r>
            <a:rPr lang="en-AU" dirty="0"/>
            <a:t>Unfamiliar jargon</a:t>
          </a:r>
        </a:p>
      </dgm:t>
    </dgm:pt>
    <dgm:pt modelId="{02641C42-1FCA-1A47-AC8A-9B3E094765A1}" type="parTrans" cxnId="{2B40D501-26C0-0B4A-AA92-DD9D7E76B20F}">
      <dgm:prSet/>
      <dgm:spPr/>
      <dgm:t>
        <a:bodyPr/>
        <a:lstStyle/>
        <a:p>
          <a:endParaRPr lang="en-GB"/>
        </a:p>
      </dgm:t>
    </dgm:pt>
    <dgm:pt modelId="{B1C74A43-2D19-3B4D-972D-31CCBFAF9BDC}" type="sibTrans" cxnId="{2B40D501-26C0-0B4A-AA92-DD9D7E76B20F}">
      <dgm:prSet/>
      <dgm:spPr/>
      <dgm:t>
        <a:bodyPr/>
        <a:lstStyle/>
        <a:p>
          <a:endParaRPr lang="en-GB"/>
        </a:p>
      </dgm:t>
    </dgm:pt>
    <dgm:pt modelId="{1759BA02-0E35-9C40-8862-CC38A57282F9}">
      <dgm:prSet/>
      <dgm:spPr/>
      <dgm:t>
        <a:bodyPr/>
        <a:lstStyle/>
        <a:p>
          <a:endParaRPr lang="en-AU" dirty="0"/>
        </a:p>
        <a:p>
          <a:r>
            <a:rPr lang="en-AU" dirty="0"/>
            <a:t>Often provides fake references</a:t>
          </a:r>
        </a:p>
        <a:p>
          <a:r>
            <a:rPr lang="en-AU" dirty="0"/>
            <a:t>Ethical and environmental complications</a:t>
          </a:r>
        </a:p>
      </dgm:t>
    </dgm:pt>
    <dgm:pt modelId="{FE07540E-8DF6-AF4E-8087-600D15F32361}" type="parTrans" cxnId="{223CC7A3-141C-464C-8656-53FBE3129FB6}">
      <dgm:prSet/>
      <dgm:spPr/>
      <dgm:t>
        <a:bodyPr/>
        <a:lstStyle/>
        <a:p>
          <a:endParaRPr lang="en-GB"/>
        </a:p>
      </dgm:t>
    </dgm:pt>
    <dgm:pt modelId="{32865FE8-11A9-9243-8731-DD95AA865E05}" type="sibTrans" cxnId="{223CC7A3-141C-464C-8656-53FBE3129FB6}">
      <dgm:prSet/>
      <dgm:spPr/>
      <dgm:t>
        <a:bodyPr/>
        <a:lstStyle/>
        <a:p>
          <a:endParaRPr lang="en-GB"/>
        </a:p>
      </dgm:t>
    </dgm:pt>
    <dgm:pt modelId="{ADF449EB-EE8D-3841-A7F0-7E7947921950}" type="pres">
      <dgm:prSet presAssocID="{E531EEA9-6534-974C-9CD0-9DB205DB71FB}" presName="Name0" presStyleCnt="0">
        <dgm:presLayoutVars>
          <dgm:dir/>
          <dgm:animLvl val="lvl"/>
          <dgm:resizeHandles val="exact"/>
        </dgm:presLayoutVars>
      </dgm:prSet>
      <dgm:spPr/>
    </dgm:pt>
    <dgm:pt modelId="{B8C9B83D-67A6-BF4D-B574-49A86D3AABB4}" type="pres">
      <dgm:prSet presAssocID="{F6BA08E2-8E27-F043-B47D-E232A3740F31}" presName="composite" presStyleCnt="0"/>
      <dgm:spPr/>
    </dgm:pt>
    <dgm:pt modelId="{375BC0E7-7A98-664A-B9EA-CFB144A8DA83}" type="pres">
      <dgm:prSet presAssocID="{F6BA08E2-8E27-F043-B47D-E232A3740F31}" presName="parTx" presStyleLbl="alignNode1" presStyleIdx="0" presStyleCnt="2">
        <dgm:presLayoutVars>
          <dgm:chMax val="0"/>
          <dgm:chPref val="0"/>
        </dgm:presLayoutVars>
      </dgm:prSet>
      <dgm:spPr/>
    </dgm:pt>
    <dgm:pt modelId="{DF67AF29-5C62-8F4D-8C3A-CA3A8DC82918}" type="pres">
      <dgm:prSet presAssocID="{F6BA08E2-8E27-F043-B47D-E232A3740F31}" presName="bgOutline" presStyleLbl="fgAcc1" presStyleIdx="0" presStyleCnt="2">
        <dgm:presLayoutVars>
          <dgm:bulletEnabled/>
        </dgm:presLayoutVars>
      </dgm:prSet>
      <dgm:spPr/>
    </dgm:pt>
    <dgm:pt modelId="{CAD6E067-14E9-E249-98A6-0FD6E96D44AD}" type="pres">
      <dgm:prSet presAssocID="{F893D2BF-DA49-7647-BF53-4060306E1E80}" presName="space" presStyleCnt="0"/>
      <dgm:spPr/>
    </dgm:pt>
    <dgm:pt modelId="{5F0C8D5D-33A3-4B4E-9C7C-453FAB68DBAC}" type="pres">
      <dgm:prSet presAssocID="{3021E3F2-993C-1D41-AD32-272FC26FF4A6}" presName="composite" presStyleCnt="0"/>
      <dgm:spPr/>
    </dgm:pt>
    <dgm:pt modelId="{6248461D-DDB8-6F47-8624-856AC0A66D69}" type="pres">
      <dgm:prSet presAssocID="{3021E3F2-993C-1D41-AD32-272FC26FF4A6}" presName="parTx" presStyleLbl="alignNode1" presStyleIdx="1" presStyleCnt="2">
        <dgm:presLayoutVars>
          <dgm:chMax val="0"/>
          <dgm:chPref val="0"/>
        </dgm:presLayoutVars>
      </dgm:prSet>
      <dgm:spPr/>
    </dgm:pt>
    <dgm:pt modelId="{285F47CC-D667-2C4F-ADEF-198D53878025}" type="pres">
      <dgm:prSet presAssocID="{3021E3F2-993C-1D41-AD32-272FC26FF4A6}" presName="bgOutline" presStyleLbl="fgAcc1" presStyleIdx="1" presStyleCnt="2">
        <dgm:presLayoutVars>
          <dgm:bulletEnabled/>
        </dgm:presLayoutVars>
      </dgm:prSet>
      <dgm:spPr/>
    </dgm:pt>
  </dgm:ptLst>
  <dgm:cxnLst>
    <dgm:cxn modelId="{2B40D501-26C0-0B4A-AA92-DD9D7E76B20F}" srcId="{F6BA08E2-8E27-F043-B47D-E232A3740F31}" destId="{04FE1444-EFC0-3E4B-9A94-3987431D27E3}" srcOrd="0" destOrd="0" parTransId="{02641C42-1FCA-1A47-AC8A-9B3E094765A1}" sibTransId="{B1C74A43-2D19-3B4D-972D-31CCBFAF9BDC}"/>
    <dgm:cxn modelId="{1413720E-8C6F-EB42-9D45-9AC69CA87F1E}" type="presOf" srcId="{3BA0C8B6-5BEF-734C-941C-86628EE5D106}" destId="{285F47CC-D667-2C4F-ADEF-198D53878025}" srcOrd="0" destOrd="1" presId="urn:microsoft.com/office/officeart/2024/layout/HorizontalActionList"/>
    <dgm:cxn modelId="{281B4017-3655-0848-A654-387F9342C20E}" srcId="{E531EEA9-6534-974C-9CD0-9DB205DB71FB}" destId="{F6BA08E2-8E27-F043-B47D-E232A3740F31}" srcOrd="0" destOrd="0" parTransId="{7842FC4F-FEB9-154B-AF49-528435BAEB34}" sibTransId="{F893D2BF-DA49-7647-BF53-4060306E1E80}"/>
    <dgm:cxn modelId="{6A39921E-44E0-2B4A-95AC-D9EADCCE52DF}" srcId="{F6BA08E2-8E27-F043-B47D-E232A3740F31}" destId="{144D6FA6-41E9-4D4B-A79A-C56DB980C009}" srcOrd="1" destOrd="0" parTransId="{6EF71DD8-1E67-224C-AD33-B8632FF0F874}" sibTransId="{ECAB7852-7BDB-AF49-BF67-1E25E9A0CE87}"/>
    <dgm:cxn modelId="{38BFBE1F-1C5D-C749-A052-229767AFCD7A}" type="presOf" srcId="{3021E3F2-993C-1D41-AD32-272FC26FF4A6}" destId="{6248461D-DDB8-6F47-8624-856AC0A66D69}" srcOrd="0" destOrd="0" presId="urn:microsoft.com/office/officeart/2024/layout/HorizontalActionList"/>
    <dgm:cxn modelId="{2E628943-CEF2-2E47-BDC0-0E4578540FBC}" type="presOf" srcId="{0148EF27-8F5C-F54E-AB4F-186D57796273}" destId="{285F47CC-D667-2C4F-ADEF-198D53878025}" srcOrd="0" destOrd="0" presId="urn:microsoft.com/office/officeart/2024/layout/HorizontalActionList"/>
    <dgm:cxn modelId="{FBE9BA4D-6400-E84C-96D1-EB15F5FA8049}" type="presOf" srcId="{F6BA08E2-8E27-F043-B47D-E232A3740F31}" destId="{375BC0E7-7A98-664A-B9EA-CFB144A8DA83}" srcOrd="0" destOrd="0" presId="urn:microsoft.com/office/officeart/2024/layout/HorizontalActionList"/>
    <dgm:cxn modelId="{7E939D4E-75D8-C144-86AF-6DB83CA5D2E9}" type="presOf" srcId="{77DE8A79-E930-F945-9CD1-8E2C0DC56ADC}" destId="{DF67AF29-5C62-8F4D-8C3A-CA3A8DC82918}" srcOrd="0" destOrd="2" presId="urn:microsoft.com/office/officeart/2024/layout/HorizontalActionList"/>
    <dgm:cxn modelId="{1676D455-C00C-3445-B806-38081335EA03}" srcId="{0148EF27-8F5C-F54E-AB4F-186D57796273}" destId="{3BA0C8B6-5BEF-734C-941C-86628EE5D106}" srcOrd="0" destOrd="0" parTransId="{9C8322E4-EA25-B743-8BE3-0B31964D802D}" sibTransId="{0A95E011-84D5-2B45-8BF9-D8573113B574}"/>
    <dgm:cxn modelId="{EEFC167E-BBA0-984D-9ABF-3BD5D10031F6}" type="presOf" srcId="{1759BA02-0E35-9C40-8862-CC38A57282F9}" destId="{285F47CC-D667-2C4F-ADEF-198D53878025}" srcOrd="0" destOrd="2" presId="urn:microsoft.com/office/officeart/2024/layout/HorizontalActionList"/>
    <dgm:cxn modelId="{B20D749F-360C-604C-AD83-08A43E0F06CC}" srcId="{144D6FA6-41E9-4D4B-A79A-C56DB980C009}" destId="{77DE8A79-E930-F945-9CD1-8E2C0DC56ADC}" srcOrd="0" destOrd="0" parTransId="{95017AF9-BE17-9B45-A29F-F3F4E08DEF2C}" sibTransId="{718DCAAA-E27E-204F-8A76-7872CA1BC77E}"/>
    <dgm:cxn modelId="{FE636BA0-35F7-7E40-BCBD-6FAC2E8BC3D6}" type="presOf" srcId="{E531EEA9-6534-974C-9CD0-9DB205DB71FB}" destId="{ADF449EB-EE8D-3841-A7F0-7E7947921950}" srcOrd="0" destOrd="0" presId="urn:microsoft.com/office/officeart/2024/layout/HorizontalActionList"/>
    <dgm:cxn modelId="{1DCF2DA1-5B75-B84F-A4E3-8A3E48611F18}" type="presOf" srcId="{04FE1444-EFC0-3E4B-9A94-3987431D27E3}" destId="{DF67AF29-5C62-8F4D-8C3A-CA3A8DC82918}" srcOrd="0" destOrd="0" presId="urn:microsoft.com/office/officeart/2024/layout/HorizontalActionList"/>
    <dgm:cxn modelId="{223CC7A3-141C-464C-8656-53FBE3129FB6}" srcId="{3021E3F2-993C-1D41-AD32-272FC26FF4A6}" destId="{1759BA02-0E35-9C40-8862-CC38A57282F9}" srcOrd="1" destOrd="0" parTransId="{FE07540E-8DF6-AF4E-8087-600D15F32361}" sibTransId="{32865FE8-11A9-9243-8731-DD95AA865E05}"/>
    <dgm:cxn modelId="{7E368DB7-EFBA-6042-99DA-4AFE9768A72E}" srcId="{E531EEA9-6534-974C-9CD0-9DB205DB71FB}" destId="{3021E3F2-993C-1D41-AD32-272FC26FF4A6}" srcOrd="1" destOrd="0" parTransId="{7AEF20C3-A0CA-3A4C-89C0-968A04E9AA99}" sibTransId="{EAFAE874-4B6B-D34F-9F9C-A3880C66C1E5}"/>
    <dgm:cxn modelId="{34FDEACA-8BAD-6D42-BA2B-60115023F16B}" type="presOf" srcId="{144D6FA6-41E9-4D4B-A79A-C56DB980C009}" destId="{DF67AF29-5C62-8F4D-8C3A-CA3A8DC82918}" srcOrd="0" destOrd="1" presId="urn:microsoft.com/office/officeart/2024/layout/HorizontalActionList"/>
    <dgm:cxn modelId="{38F180F0-5E8F-6246-A079-785357B5B322}" srcId="{3021E3F2-993C-1D41-AD32-272FC26FF4A6}" destId="{0148EF27-8F5C-F54E-AB4F-186D57796273}" srcOrd="0" destOrd="0" parTransId="{E1964CBB-15B1-7F4D-8AB1-0DAE2935089B}" sibTransId="{D37D7807-09D9-C442-AFB3-7BE7D9345964}"/>
    <dgm:cxn modelId="{C8691BF1-0976-B444-9BC7-DA520596CE2E}" srcId="{F6BA08E2-8E27-F043-B47D-E232A3740F31}" destId="{E3CDD40B-84A3-B947-81DC-E4294893B538}" srcOrd="2" destOrd="0" parTransId="{D5EFD041-419C-AA41-8AA3-0FCCC5245CBD}" sibTransId="{52E843E5-40B0-954E-86D7-C0CB16FDD05E}"/>
    <dgm:cxn modelId="{D239D0F4-4368-5D45-A133-16E637C5F76D}" type="presOf" srcId="{E3CDD40B-84A3-B947-81DC-E4294893B538}" destId="{DF67AF29-5C62-8F4D-8C3A-CA3A8DC82918}" srcOrd="0" destOrd="3" presId="urn:microsoft.com/office/officeart/2024/layout/HorizontalActionList"/>
    <dgm:cxn modelId="{6814FC3F-1513-744C-AB70-E28312034B4B}" type="presParOf" srcId="{ADF449EB-EE8D-3841-A7F0-7E7947921950}" destId="{B8C9B83D-67A6-BF4D-B574-49A86D3AABB4}" srcOrd="0" destOrd="0" presId="urn:microsoft.com/office/officeart/2024/layout/HorizontalActionList"/>
    <dgm:cxn modelId="{96804BB3-4FE9-BA4D-827D-E47D9AA15F1C}" type="presParOf" srcId="{B8C9B83D-67A6-BF4D-B574-49A86D3AABB4}" destId="{375BC0E7-7A98-664A-B9EA-CFB144A8DA83}" srcOrd="0" destOrd="0" presId="urn:microsoft.com/office/officeart/2024/layout/HorizontalActionList"/>
    <dgm:cxn modelId="{2037BD6D-C8C9-4F4F-84C9-FB83FFCBDB2D}" type="presParOf" srcId="{B8C9B83D-67A6-BF4D-B574-49A86D3AABB4}" destId="{DF67AF29-5C62-8F4D-8C3A-CA3A8DC82918}" srcOrd="1" destOrd="0" presId="urn:microsoft.com/office/officeart/2024/layout/HorizontalActionList"/>
    <dgm:cxn modelId="{7A8F4F55-20F6-D140-8572-EEC2DB040123}" type="presParOf" srcId="{ADF449EB-EE8D-3841-A7F0-7E7947921950}" destId="{CAD6E067-14E9-E249-98A6-0FD6E96D44AD}" srcOrd="1" destOrd="0" presId="urn:microsoft.com/office/officeart/2024/layout/HorizontalActionList"/>
    <dgm:cxn modelId="{448C0D27-BE6E-8B43-BD34-44E37C8E5670}" type="presParOf" srcId="{ADF449EB-EE8D-3841-A7F0-7E7947921950}" destId="{5F0C8D5D-33A3-4B4E-9C7C-453FAB68DBAC}" srcOrd="2" destOrd="0" presId="urn:microsoft.com/office/officeart/2024/layout/HorizontalActionList"/>
    <dgm:cxn modelId="{C625251D-DD45-604D-A8CD-C9D32160AF47}" type="presParOf" srcId="{5F0C8D5D-33A3-4B4E-9C7C-453FAB68DBAC}" destId="{6248461D-DDB8-6F47-8624-856AC0A66D69}" srcOrd="0" destOrd="0" presId="urn:microsoft.com/office/officeart/2024/layout/HorizontalActionList"/>
    <dgm:cxn modelId="{07D471B7-5598-FF42-AFF4-751DB5D101A2}" type="presParOf" srcId="{5F0C8D5D-33A3-4B4E-9C7C-453FAB68DBAC}" destId="{285F47CC-D667-2C4F-ADEF-198D53878025}" srcOrd="1" destOrd="0" presId="urn:microsoft.com/office/officeart/2024/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A21A7B2-DC9E-C24E-9D09-A38598C9139B}" type="doc">
      <dgm:prSet loTypeId="urn:microsoft.com/office/officeart/2005/8/layout/venn2" loCatId="" qsTypeId="urn:microsoft.com/office/officeart/2005/8/quickstyle/simple2#1" qsCatId="simple" csTypeId="urn:microsoft.com/office/officeart/2005/8/colors/colorful3" csCatId="colorful" phldr="1"/>
      <dgm:spPr/>
      <dgm:t>
        <a:bodyPr/>
        <a:lstStyle/>
        <a:p>
          <a:endParaRPr lang="en-GB"/>
        </a:p>
      </dgm:t>
    </dgm:pt>
    <dgm:pt modelId="{ADF60DEC-1044-9841-8611-9357E562D5CD}">
      <dgm:prSet phldrT="[Text]"/>
      <dgm:spPr/>
      <dgm:t>
        <a:bodyPr/>
        <a:lstStyle/>
        <a:p>
          <a:r>
            <a:rPr lang="en-GB"/>
            <a:t>Papers/sources you read: 50-100</a:t>
          </a:r>
          <a:endParaRPr lang="en-GB" dirty="0"/>
        </a:p>
      </dgm:t>
    </dgm:pt>
    <dgm:pt modelId="{25302A1A-CFAA-E44E-B398-4988AF94DE0A}" type="parTrans" cxnId="{238A6B46-77D2-DE48-AA5D-717CEF9743A0}">
      <dgm:prSet/>
      <dgm:spPr/>
      <dgm:t>
        <a:bodyPr/>
        <a:lstStyle/>
        <a:p>
          <a:endParaRPr lang="en-GB">
            <a:solidFill>
              <a:schemeClr val="tx1"/>
            </a:solidFill>
          </a:endParaRPr>
        </a:p>
      </dgm:t>
    </dgm:pt>
    <dgm:pt modelId="{C87B60DB-AC41-C94D-9DF5-46A512E1C9DB}" type="sibTrans" cxnId="{238A6B46-77D2-DE48-AA5D-717CEF9743A0}">
      <dgm:prSet/>
      <dgm:spPr/>
      <dgm:t>
        <a:bodyPr/>
        <a:lstStyle/>
        <a:p>
          <a:endParaRPr lang="en-GB">
            <a:solidFill>
              <a:schemeClr val="tx1"/>
            </a:solidFill>
          </a:endParaRPr>
        </a:p>
      </dgm:t>
    </dgm:pt>
    <dgm:pt modelId="{53A2904C-8F62-894A-8EC8-7D6745A95697}">
      <dgm:prSet phldrT="[Text]"/>
      <dgm:spPr/>
      <dgm:t>
        <a:bodyPr/>
        <a:lstStyle/>
        <a:p>
          <a:r>
            <a:rPr lang="en-GB"/>
            <a:t>Actually cited in your project: </a:t>
          </a:r>
        </a:p>
        <a:p>
          <a:r>
            <a:rPr lang="en-GB"/>
            <a:t>~30</a:t>
          </a:r>
          <a:endParaRPr lang="en-GB" dirty="0"/>
        </a:p>
      </dgm:t>
    </dgm:pt>
    <dgm:pt modelId="{5960302F-F3C6-594A-A7D1-5FC0138D22AE}" type="parTrans" cxnId="{B0E12A0A-22B0-674B-B1B1-5F903235CDE8}">
      <dgm:prSet/>
      <dgm:spPr/>
      <dgm:t>
        <a:bodyPr/>
        <a:lstStyle/>
        <a:p>
          <a:endParaRPr lang="en-GB">
            <a:solidFill>
              <a:schemeClr val="tx1"/>
            </a:solidFill>
          </a:endParaRPr>
        </a:p>
      </dgm:t>
    </dgm:pt>
    <dgm:pt modelId="{767A21D6-F90E-7646-9473-62449741FD78}" type="sibTrans" cxnId="{B0E12A0A-22B0-674B-B1B1-5F903235CDE8}">
      <dgm:prSet/>
      <dgm:spPr/>
      <dgm:t>
        <a:bodyPr/>
        <a:lstStyle/>
        <a:p>
          <a:endParaRPr lang="en-GB">
            <a:solidFill>
              <a:schemeClr val="tx1"/>
            </a:solidFill>
          </a:endParaRPr>
        </a:p>
      </dgm:t>
    </dgm:pt>
    <dgm:pt modelId="{4C3D2961-D489-204D-9447-1A74C2DA1BBE}" type="pres">
      <dgm:prSet presAssocID="{1A21A7B2-DC9E-C24E-9D09-A38598C9139B}" presName="Name0" presStyleCnt="0">
        <dgm:presLayoutVars>
          <dgm:chMax val="7"/>
          <dgm:resizeHandles val="exact"/>
        </dgm:presLayoutVars>
      </dgm:prSet>
      <dgm:spPr/>
    </dgm:pt>
    <dgm:pt modelId="{A8E52AE1-E5EF-F140-986E-CDD16B971B2E}" type="pres">
      <dgm:prSet presAssocID="{1A21A7B2-DC9E-C24E-9D09-A38598C9139B}" presName="comp1" presStyleCnt="0"/>
      <dgm:spPr/>
    </dgm:pt>
    <dgm:pt modelId="{DEB0330A-7028-5842-8DB0-49B5156F742E}" type="pres">
      <dgm:prSet presAssocID="{1A21A7B2-DC9E-C24E-9D09-A38598C9139B}" presName="circle1" presStyleLbl="node1" presStyleIdx="0" presStyleCnt="2" custLinFactNeighborX="21683" custLinFactNeighborY="0"/>
      <dgm:spPr/>
    </dgm:pt>
    <dgm:pt modelId="{4B0CE27C-7E2F-064B-97B8-D7944F6EED12}" type="pres">
      <dgm:prSet presAssocID="{1A21A7B2-DC9E-C24E-9D09-A38598C9139B}" presName="c1text" presStyleLbl="node1" presStyleIdx="0" presStyleCnt="2">
        <dgm:presLayoutVars>
          <dgm:bulletEnabled val="1"/>
        </dgm:presLayoutVars>
      </dgm:prSet>
      <dgm:spPr/>
    </dgm:pt>
    <dgm:pt modelId="{7EB7E41C-8B13-F744-9263-A11682190D84}" type="pres">
      <dgm:prSet presAssocID="{1A21A7B2-DC9E-C24E-9D09-A38598C9139B}" presName="comp2" presStyleCnt="0"/>
      <dgm:spPr/>
    </dgm:pt>
    <dgm:pt modelId="{B0C51EAE-6B60-5744-B446-0CF29DE53738}" type="pres">
      <dgm:prSet presAssocID="{1A21A7B2-DC9E-C24E-9D09-A38598C9139B}" presName="circle2" presStyleLbl="node1" presStyleIdx="1" presStyleCnt="2"/>
      <dgm:spPr/>
    </dgm:pt>
    <dgm:pt modelId="{AD815F03-A67C-3A47-B6DC-441BEDB0B987}" type="pres">
      <dgm:prSet presAssocID="{1A21A7B2-DC9E-C24E-9D09-A38598C9139B}" presName="c2text" presStyleLbl="node1" presStyleIdx="1" presStyleCnt="2">
        <dgm:presLayoutVars>
          <dgm:bulletEnabled val="1"/>
        </dgm:presLayoutVars>
      </dgm:prSet>
      <dgm:spPr/>
    </dgm:pt>
  </dgm:ptLst>
  <dgm:cxnLst>
    <dgm:cxn modelId="{4704D701-E481-A54A-82DF-0FB3053AF4C7}" type="presOf" srcId="{53A2904C-8F62-894A-8EC8-7D6745A95697}" destId="{AD815F03-A67C-3A47-B6DC-441BEDB0B987}" srcOrd="1" destOrd="0" presId="urn:microsoft.com/office/officeart/2005/8/layout/venn2"/>
    <dgm:cxn modelId="{B0E12A0A-22B0-674B-B1B1-5F903235CDE8}" srcId="{1A21A7B2-DC9E-C24E-9D09-A38598C9139B}" destId="{53A2904C-8F62-894A-8EC8-7D6745A95697}" srcOrd="1" destOrd="0" parTransId="{5960302F-F3C6-594A-A7D1-5FC0138D22AE}" sibTransId="{767A21D6-F90E-7646-9473-62449741FD78}"/>
    <dgm:cxn modelId="{C7FB9724-21F0-7247-A7E4-13229744B082}" type="presOf" srcId="{53A2904C-8F62-894A-8EC8-7D6745A95697}" destId="{B0C51EAE-6B60-5744-B446-0CF29DE53738}" srcOrd="0" destOrd="0" presId="urn:microsoft.com/office/officeart/2005/8/layout/venn2"/>
    <dgm:cxn modelId="{E36B963C-5B32-7E40-A075-7984C30B77A9}" type="presOf" srcId="{ADF60DEC-1044-9841-8611-9357E562D5CD}" destId="{4B0CE27C-7E2F-064B-97B8-D7944F6EED12}" srcOrd="1" destOrd="0" presId="urn:microsoft.com/office/officeart/2005/8/layout/venn2"/>
    <dgm:cxn modelId="{C805BE5E-FE71-0B44-9F7C-D9B6AD1A233D}" type="presOf" srcId="{ADF60DEC-1044-9841-8611-9357E562D5CD}" destId="{DEB0330A-7028-5842-8DB0-49B5156F742E}" srcOrd="0" destOrd="0" presId="urn:microsoft.com/office/officeart/2005/8/layout/venn2"/>
    <dgm:cxn modelId="{238A6B46-77D2-DE48-AA5D-717CEF9743A0}" srcId="{1A21A7B2-DC9E-C24E-9D09-A38598C9139B}" destId="{ADF60DEC-1044-9841-8611-9357E562D5CD}" srcOrd="0" destOrd="0" parTransId="{25302A1A-CFAA-E44E-B398-4988AF94DE0A}" sibTransId="{C87B60DB-AC41-C94D-9DF5-46A512E1C9DB}"/>
    <dgm:cxn modelId="{E6D42C48-C86F-2349-A646-F3DE178221BD}" type="presOf" srcId="{1A21A7B2-DC9E-C24E-9D09-A38598C9139B}" destId="{4C3D2961-D489-204D-9447-1A74C2DA1BBE}" srcOrd="0" destOrd="0" presId="urn:microsoft.com/office/officeart/2005/8/layout/venn2"/>
    <dgm:cxn modelId="{F280A406-806D-1E41-8A91-BDCD66E7EEF3}" type="presParOf" srcId="{4C3D2961-D489-204D-9447-1A74C2DA1BBE}" destId="{A8E52AE1-E5EF-F140-986E-CDD16B971B2E}" srcOrd="0" destOrd="0" presId="urn:microsoft.com/office/officeart/2005/8/layout/venn2"/>
    <dgm:cxn modelId="{CCC77710-92D7-DC49-9DC7-2919EC485083}" type="presParOf" srcId="{A8E52AE1-E5EF-F140-986E-CDD16B971B2E}" destId="{DEB0330A-7028-5842-8DB0-49B5156F742E}" srcOrd="0" destOrd="0" presId="urn:microsoft.com/office/officeart/2005/8/layout/venn2"/>
    <dgm:cxn modelId="{2980C1AB-DAEE-FD4C-9E63-8C4746077D88}" type="presParOf" srcId="{A8E52AE1-E5EF-F140-986E-CDD16B971B2E}" destId="{4B0CE27C-7E2F-064B-97B8-D7944F6EED12}" srcOrd="1" destOrd="0" presId="urn:microsoft.com/office/officeart/2005/8/layout/venn2"/>
    <dgm:cxn modelId="{EF27E173-DA73-1B4C-8526-53EA752FB700}" type="presParOf" srcId="{4C3D2961-D489-204D-9447-1A74C2DA1BBE}" destId="{7EB7E41C-8B13-F744-9263-A11682190D84}" srcOrd="1" destOrd="0" presId="urn:microsoft.com/office/officeart/2005/8/layout/venn2"/>
    <dgm:cxn modelId="{724E172D-3095-B94A-B072-4B1CE17532DD}" type="presParOf" srcId="{7EB7E41C-8B13-F744-9263-A11682190D84}" destId="{B0C51EAE-6B60-5744-B446-0CF29DE53738}" srcOrd="0" destOrd="0" presId="urn:microsoft.com/office/officeart/2005/8/layout/venn2"/>
    <dgm:cxn modelId="{EF67F67F-353C-C84C-BDA1-949C4B20DBFC}" type="presParOf" srcId="{7EB7E41C-8B13-F744-9263-A11682190D84}" destId="{AD815F03-A67C-3A47-B6DC-441BEDB0B987}" srcOrd="1" destOrd="0" presId="urn:microsoft.com/office/officeart/2005/8/layout/ven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310F8B-54C7-824E-A569-3D7D64719DF3}">
      <dsp:nvSpPr>
        <dsp:cNvPr id="0" name=""/>
        <dsp:cNvSpPr/>
      </dsp:nvSpPr>
      <dsp:spPr>
        <a:xfrm>
          <a:off x="0" y="698949"/>
          <a:ext cx="2479997" cy="2975996"/>
        </a:xfrm>
        <a:prstGeom prst="roundRect">
          <a:avLst>
            <a:gd name="adj" fmla="val 10000"/>
          </a:avLst>
        </a:prstGeom>
        <a:solidFill>
          <a:schemeClr val="accent6">
            <a:alpha val="90000"/>
            <a:tint val="4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489" tIns="0" rIns="43744" bIns="330200" numCol="1" spcCol="1270" anchor="t" anchorCtr="0">
          <a:noAutofit/>
        </a:bodyPr>
        <a:lstStyle/>
        <a:p>
          <a:pPr marL="0" lvl="0" indent="0" algn="l" defTabSz="1066800">
            <a:lnSpc>
              <a:spcPct val="90000"/>
            </a:lnSpc>
            <a:spcBef>
              <a:spcPct val="0"/>
            </a:spcBef>
            <a:spcAft>
              <a:spcPct val="35000"/>
            </a:spcAft>
            <a:buFont typeface="+mj-lt"/>
            <a:buNone/>
          </a:pPr>
          <a:r>
            <a:rPr lang="en-AU" sz="2400" kern="1200" dirty="0"/>
            <a:t>Download referencing software</a:t>
          </a:r>
        </a:p>
      </dsp:txBody>
      <dsp:txXfrm>
        <a:off x="0" y="1889348"/>
        <a:ext cx="2479997" cy="1785598"/>
      </dsp:txXfrm>
    </dsp:sp>
    <dsp:sp modelId="{921DFE07-E56A-6340-B8C9-F252488A5931}">
      <dsp:nvSpPr>
        <dsp:cNvPr id="0" name=""/>
        <dsp:cNvSpPr/>
      </dsp:nvSpPr>
      <dsp:spPr>
        <a:xfrm>
          <a:off x="205" y="687670"/>
          <a:ext cx="2479997" cy="1190398"/>
        </a:xfrm>
        <a:prstGeom prst="rect">
          <a:avLst/>
        </a:prstGeom>
        <a:noFill/>
        <a:ln>
          <a:noFill/>
        </a:ln>
        <a:effectLst/>
        <a:sp3d/>
      </dsp:spPr>
      <dsp:style>
        <a:lnRef idx="0">
          <a:scrgbClr r="0" g="0" b="0"/>
        </a:lnRef>
        <a:fillRef idx="1">
          <a:scrgbClr r="0" g="0" b="0"/>
        </a:fillRef>
        <a:effectRef idx="0">
          <a:scrgbClr r="0" g="0" b="0"/>
        </a:effectRef>
        <a:fontRef idx="minor"/>
      </dsp:style>
      <dsp:txBody>
        <a:bodyPr spcFirstLastPara="0" vert="horz" wrap="square" lIns="87489" tIns="165100" rIns="43744" bIns="165100" numCol="1" spcCol="1270" anchor="ctr" anchorCtr="0">
          <a:noAutofit/>
        </a:bodyPr>
        <a:lstStyle/>
        <a:p>
          <a:pPr marL="0" lvl="0" indent="0" algn="l" defTabSz="2533650">
            <a:lnSpc>
              <a:spcPct val="90000"/>
            </a:lnSpc>
            <a:spcBef>
              <a:spcPct val="0"/>
            </a:spcBef>
            <a:spcAft>
              <a:spcPct val="35000"/>
            </a:spcAft>
            <a:buNone/>
          </a:pPr>
          <a:r>
            <a:rPr lang="en-GB" sz="5700" kern="1200"/>
            <a:t>01</a:t>
          </a:r>
        </a:p>
      </dsp:txBody>
      <dsp:txXfrm>
        <a:off x="205" y="687670"/>
        <a:ext cx="2479997" cy="1190398"/>
      </dsp:txXfrm>
    </dsp:sp>
    <dsp:sp modelId="{3D5E6B49-1B99-304B-982B-4E2D43D8C0D4}">
      <dsp:nvSpPr>
        <dsp:cNvPr id="0" name=""/>
        <dsp:cNvSpPr/>
      </dsp:nvSpPr>
      <dsp:spPr>
        <a:xfrm>
          <a:off x="2678602" y="687670"/>
          <a:ext cx="2479997" cy="2975996"/>
        </a:xfrm>
        <a:prstGeom prst="roundRect">
          <a:avLst>
            <a:gd name="adj" fmla="val 10000"/>
          </a:avLst>
        </a:prstGeom>
        <a:solidFill>
          <a:schemeClr val="accent6">
            <a:alpha val="90000"/>
            <a:tint val="4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489" tIns="0" rIns="43744" bIns="330200" numCol="1" spcCol="1270" anchor="t" anchorCtr="0">
          <a:noAutofit/>
        </a:bodyPr>
        <a:lstStyle/>
        <a:p>
          <a:pPr marL="0" lvl="0" indent="0" algn="l" defTabSz="1066800">
            <a:lnSpc>
              <a:spcPct val="90000"/>
            </a:lnSpc>
            <a:spcBef>
              <a:spcPct val="0"/>
            </a:spcBef>
            <a:spcAft>
              <a:spcPct val="35000"/>
            </a:spcAft>
            <a:buFont typeface="+mj-lt"/>
            <a:buNone/>
          </a:pPr>
          <a:r>
            <a:rPr lang="en-AU" sz="2400" kern="1200" dirty="0"/>
            <a:t>Define why you are reading research literature today</a:t>
          </a:r>
          <a:endParaRPr lang="en-AU" sz="2400" kern="1200" dirty="0">
            <a:solidFill>
              <a:schemeClr val="bg2">
                <a:lumMod val="75000"/>
              </a:schemeClr>
            </a:solidFill>
          </a:endParaRPr>
        </a:p>
      </dsp:txBody>
      <dsp:txXfrm>
        <a:off x="2678602" y="1878069"/>
        <a:ext cx="2479997" cy="1785598"/>
      </dsp:txXfrm>
    </dsp:sp>
    <dsp:sp modelId="{2CEE528A-C416-B94E-9D57-51547902E59B}">
      <dsp:nvSpPr>
        <dsp:cNvPr id="0" name=""/>
        <dsp:cNvSpPr/>
      </dsp:nvSpPr>
      <dsp:spPr>
        <a:xfrm>
          <a:off x="2678602" y="687670"/>
          <a:ext cx="2479997" cy="1190398"/>
        </a:xfrm>
        <a:prstGeom prst="rect">
          <a:avLst/>
        </a:prstGeom>
        <a:noFill/>
        <a:ln>
          <a:noFill/>
        </a:ln>
        <a:effectLst/>
        <a:sp3d/>
      </dsp:spPr>
      <dsp:style>
        <a:lnRef idx="0">
          <a:scrgbClr r="0" g="0" b="0"/>
        </a:lnRef>
        <a:fillRef idx="1">
          <a:scrgbClr r="0" g="0" b="0"/>
        </a:fillRef>
        <a:effectRef idx="0">
          <a:scrgbClr r="0" g="0" b="0"/>
        </a:effectRef>
        <a:fontRef idx="minor"/>
      </dsp:style>
      <dsp:txBody>
        <a:bodyPr spcFirstLastPara="0" vert="horz" wrap="square" lIns="87489" tIns="165100" rIns="43744" bIns="165100" numCol="1" spcCol="1270" anchor="ctr" anchorCtr="0">
          <a:noAutofit/>
        </a:bodyPr>
        <a:lstStyle/>
        <a:p>
          <a:pPr marL="0" lvl="0" indent="0" algn="l" defTabSz="2533650">
            <a:lnSpc>
              <a:spcPct val="90000"/>
            </a:lnSpc>
            <a:spcBef>
              <a:spcPct val="0"/>
            </a:spcBef>
            <a:spcAft>
              <a:spcPct val="35000"/>
            </a:spcAft>
            <a:buNone/>
          </a:pPr>
          <a:r>
            <a:rPr lang="en-GB" sz="5700" kern="1200"/>
            <a:t>02</a:t>
          </a:r>
        </a:p>
      </dsp:txBody>
      <dsp:txXfrm>
        <a:off x="2678602" y="687670"/>
        <a:ext cx="2479997" cy="1190398"/>
      </dsp:txXfrm>
    </dsp:sp>
    <dsp:sp modelId="{3CABBED5-BAB3-0B47-8BA7-A30A15CD30E3}">
      <dsp:nvSpPr>
        <dsp:cNvPr id="0" name=""/>
        <dsp:cNvSpPr/>
      </dsp:nvSpPr>
      <dsp:spPr>
        <a:xfrm>
          <a:off x="5356999" y="687670"/>
          <a:ext cx="2479997" cy="2975996"/>
        </a:xfrm>
        <a:prstGeom prst="roundRect">
          <a:avLst>
            <a:gd name="adj" fmla="val 10000"/>
          </a:avLst>
        </a:prstGeom>
        <a:solidFill>
          <a:schemeClr val="accent6">
            <a:alpha val="90000"/>
            <a:tint val="4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489" tIns="0" rIns="43744" bIns="330200" numCol="1" spcCol="1270" anchor="t" anchorCtr="0">
          <a:noAutofit/>
        </a:bodyPr>
        <a:lstStyle/>
        <a:p>
          <a:pPr marL="0" lvl="0" indent="0" algn="l" defTabSz="1066800">
            <a:lnSpc>
              <a:spcPct val="90000"/>
            </a:lnSpc>
            <a:spcBef>
              <a:spcPct val="0"/>
            </a:spcBef>
            <a:spcAft>
              <a:spcPct val="35000"/>
            </a:spcAft>
            <a:buFont typeface="+mj-lt"/>
            <a:buNone/>
          </a:pPr>
          <a:r>
            <a:rPr lang="en-AU" sz="2400" kern="1200" dirty="0">
              <a:solidFill>
                <a:schemeClr val="tx1"/>
              </a:solidFill>
            </a:rPr>
            <a:t>Identify key info in the literature</a:t>
          </a:r>
        </a:p>
      </dsp:txBody>
      <dsp:txXfrm>
        <a:off x="5356999" y="1878069"/>
        <a:ext cx="2479997" cy="1785598"/>
      </dsp:txXfrm>
    </dsp:sp>
    <dsp:sp modelId="{C48312AF-D4BD-914B-8C74-5C5BEEA34015}">
      <dsp:nvSpPr>
        <dsp:cNvPr id="0" name=""/>
        <dsp:cNvSpPr/>
      </dsp:nvSpPr>
      <dsp:spPr>
        <a:xfrm>
          <a:off x="5356999" y="687670"/>
          <a:ext cx="2479997" cy="1190398"/>
        </a:xfrm>
        <a:prstGeom prst="rect">
          <a:avLst/>
        </a:prstGeom>
        <a:noFill/>
        <a:ln>
          <a:noFill/>
        </a:ln>
        <a:effectLst/>
        <a:sp3d/>
      </dsp:spPr>
      <dsp:style>
        <a:lnRef idx="0">
          <a:scrgbClr r="0" g="0" b="0"/>
        </a:lnRef>
        <a:fillRef idx="1">
          <a:scrgbClr r="0" g="0" b="0"/>
        </a:fillRef>
        <a:effectRef idx="0">
          <a:scrgbClr r="0" g="0" b="0"/>
        </a:effectRef>
        <a:fontRef idx="minor"/>
      </dsp:style>
      <dsp:txBody>
        <a:bodyPr spcFirstLastPara="0" vert="horz" wrap="square" lIns="87489" tIns="165100" rIns="43744" bIns="165100" numCol="1" spcCol="1270" anchor="ctr" anchorCtr="0">
          <a:noAutofit/>
        </a:bodyPr>
        <a:lstStyle/>
        <a:p>
          <a:pPr marL="0" lvl="0" indent="0" algn="l" defTabSz="2533650">
            <a:lnSpc>
              <a:spcPct val="90000"/>
            </a:lnSpc>
            <a:spcBef>
              <a:spcPct val="0"/>
            </a:spcBef>
            <a:spcAft>
              <a:spcPct val="35000"/>
            </a:spcAft>
            <a:buNone/>
          </a:pPr>
          <a:r>
            <a:rPr lang="en-GB" sz="5700" kern="1200"/>
            <a:t>03</a:t>
          </a:r>
        </a:p>
      </dsp:txBody>
      <dsp:txXfrm>
        <a:off x="5356999" y="687670"/>
        <a:ext cx="2479997" cy="1190398"/>
      </dsp:txXfrm>
    </dsp:sp>
    <dsp:sp modelId="{76A32DA6-EA28-304F-8888-99778C6B7863}">
      <dsp:nvSpPr>
        <dsp:cNvPr id="0" name=""/>
        <dsp:cNvSpPr/>
      </dsp:nvSpPr>
      <dsp:spPr>
        <a:xfrm>
          <a:off x="8035397" y="687670"/>
          <a:ext cx="2479997" cy="2975996"/>
        </a:xfrm>
        <a:prstGeom prst="roundRect">
          <a:avLst>
            <a:gd name="adj" fmla="val 10000"/>
          </a:avLst>
        </a:prstGeom>
        <a:solidFill>
          <a:schemeClr val="accent6">
            <a:alpha val="90000"/>
            <a:tint val="4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489" tIns="0" rIns="43744" bIns="330200" numCol="1" spcCol="1270" anchor="t" anchorCtr="0">
          <a:noAutofit/>
        </a:bodyPr>
        <a:lstStyle/>
        <a:p>
          <a:pPr marL="0" lvl="0" indent="0" algn="l" defTabSz="1066800">
            <a:lnSpc>
              <a:spcPct val="90000"/>
            </a:lnSpc>
            <a:spcBef>
              <a:spcPct val="0"/>
            </a:spcBef>
            <a:spcAft>
              <a:spcPct val="35000"/>
            </a:spcAft>
            <a:buFont typeface="+mj-lt"/>
            <a:buNone/>
          </a:pPr>
          <a:r>
            <a:rPr lang="en-AU" sz="2400" kern="1200" dirty="0">
              <a:solidFill>
                <a:schemeClr val="tx1"/>
              </a:solidFill>
            </a:rPr>
            <a:t>Document notes in the referencing software</a:t>
          </a:r>
        </a:p>
      </dsp:txBody>
      <dsp:txXfrm>
        <a:off x="8035397" y="1878069"/>
        <a:ext cx="2479997" cy="1785598"/>
      </dsp:txXfrm>
    </dsp:sp>
    <dsp:sp modelId="{14E601BD-2B3E-1940-B3CC-C516B01ADDF2}">
      <dsp:nvSpPr>
        <dsp:cNvPr id="0" name=""/>
        <dsp:cNvSpPr/>
      </dsp:nvSpPr>
      <dsp:spPr>
        <a:xfrm>
          <a:off x="8035397" y="687670"/>
          <a:ext cx="2479997" cy="1190398"/>
        </a:xfrm>
        <a:prstGeom prst="rect">
          <a:avLst/>
        </a:prstGeom>
        <a:noFill/>
        <a:ln>
          <a:noFill/>
        </a:ln>
        <a:effectLst/>
        <a:sp3d/>
      </dsp:spPr>
      <dsp:style>
        <a:lnRef idx="0">
          <a:scrgbClr r="0" g="0" b="0"/>
        </a:lnRef>
        <a:fillRef idx="1">
          <a:scrgbClr r="0" g="0" b="0"/>
        </a:fillRef>
        <a:effectRef idx="0">
          <a:scrgbClr r="0" g="0" b="0"/>
        </a:effectRef>
        <a:fontRef idx="minor"/>
      </dsp:style>
      <dsp:txBody>
        <a:bodyPr spcFirstLastPara="0" vert="horz" wrap="square" lIns="87489" tIns="165100" rIns="43744" bIns="165100" numCol="1" spcCol="1270" anchor="ctr" anchorCtr="0">
          <a:noAutofit/>
        </a:bodyPr>
        <a:lstStyle/>
        <a:p>
          <a:pPr marL="0" lvl="0" indent="0" algn="l" defTabSz="2533650">
            <a:lnSpc>
              <a:spcPct val="90000"/>
            </a:lnSpc>
            <a:spcBef>
              <a:spcPct val="0"/>
            </a:spcBef>
            <a:spcAft>
              <a:spcPct val="35000"/>
            </a:spcAft>
            <a:buNone/>
          </a:pPr>
          <a:r>
            <a:rPr lang="en-GB" sz="5700" kern="1200"/>
            <a:t>04</a:t>
          </a:r>
        </a:p>
      </dsp:txBody>
      <dsp:txXfrm>
        <a:off x="8035397" y="687670"/>
        <a:ext cx="2479997" cy="11903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9351E4-AD80-4D08-B6F8-B0FEA54DE43C}">
      <dsp:nvSpPr>
        <dsp:cNvPr id="0" name=""/>
        <dsp:cNvSpPr/>
      </dsp:nvSpPr>
      <dsp:spPr>
        <a:xfrm>
          <a:off x="788669" y="0"/>
          <a:ext cx="8938260" cy="2857210"/>
        </a:xfrm>
        <a:prstGeom prst="rightArrow">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C8A3F6-925A-4C85-910A-C17050708F67}">
      <dsp:nvSpPr>
        <dsp:cNvPr id="0" name=""/>
        <dsp:cNvSpPr/>
      </dsp:nvSpPr>
      <dsp:spPr>
        <a:xfrm>
          <a:off x="5262" y="857163"/>
          <a:ext cx="2531343" cy="1142884"/>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Explore relevant literature</a:t>
          </a:r>
          <a:endParaRPr lang="en-AU" sz="1500" kern="1200" dirty="0"/>
        </a:p>
      </dsp:txBody>
      <dsp:txXfrm>
        <a:off x="61053" y="912954"/>
        <a:ext cx="2419761" cy="1031302"/>
      </dsp:txXfrm>
    </dsp:sp>
    <dsp:sp modelId="{B3D46223-F00D-4969-ACF1-1C4990B0FB3F}">
      <dsp:nvSpPr>
        <dsp:cNvPr id="0" name=""/>
        <dsp:cNvSpPr/>
      </dsp:nvSpPr>
      <dsp:spPr>
        <a:xfrm>
          <a:off x="2663173" y="857163"/>
          <a:ext cx="2531343" cy="1142884"/>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Turn a broad project idea into a focused, answerable research question</a:t>
          </a:r>
          <a:endParaRPr lang="en-AU" sz="1500" kern="1200" dirty="0"/>
        </a:p>
      </dsp:txBody>
      <dsp:txXfrm>
        <a:off x="2718964" y="912954"/>
        <a:ext cx="2419761" cy="1031302"/>
      </dsp:txXfrm>
    </dsp:sp>
    <dsp:sp modelId="{070A5C5B-9690-42FC-A04C-326F373A4FD3}">
      <dsp:nvSpPr>
        <dsp:cNvPr id="0" name=""/>
        <dsp:cNvSpPr/>
      </dsp:nvSpPr>
      <dsp:spPr>
        <a:xfrm>
          <a:off x="5321083" y="857163"/>
          <a:ext cx="2531343" cy="1142884"/>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Design a practical methodology</a:t>
          </a:r>
          <a:endParaRPr lang="en-AU" sz="1500" kern="1200" dirty="0"/>
        </a:p>
      </dsp:txBody>
      <dsp:txXfrm>
        <a:off x="5376874" y="912954"/>
        <a:ext cx="2419761" cy="1031302"/>
      </dsp:txXfrm>
    </dsp:sp>
    <dsp:sp modelId="{713EC33E-FA41-4B76-BD40-A343ADB7CAB1}">
      <dsp:nvSpPr>
        <dsp:cNvPr id="0" name=""/>
        <dsp:cNvSpPr/>
      </dsp:nvSpPr>
      <dsp:spPr>
        <a:xfrm>
          <a:off x="7978993" y="857163"/>
          <a:ext cx="2531343" cy="1142884"/>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Map out a realistic timeline.</a:t>
          </a:r>
          <a:endParaRPr lang="en-AU" sz="1500" kern="1200" dirty="0"/>
        </a:p>
      </dsp:txBody>
      <dsp:txXfrm>
        <a:off x="8034784" y="912954"/>
        <a:ext cx="2419761" cy="10313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67AF29-5C62-8F4D-8C3A-CA3A8DC82918}">
      <dsp:nvSpPr>
        <dsp:cNvPr id="0" name=""/>
        <dsp:cNvSpPr/>
      </dsp:nvSpPr>
      <dsp:spPr>
        <a:xfrm rot="10800000">
          <a:off x="2853" y="2056735"/>
          <a:ext cx="5235732" cy="2976038"/>
        </a:xfrm>
        <a:prstGeom prst="round2SameRect">
          <a:avLst>
            <a:gd name="adj1" fmla="val 15000"/>
            <a:gd name="adj2" fmla="val 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1646" tIns="221646" rIns="221646" bIns="221646" numCol="1" spcCol="1270" anchor="t" anchorCtr="0">
          <a:noAutofit/>
        </a:bodyPr>
        <a:lstStyle/>
        <a:p>
          <a:pPr marL="0" lvl="0" indent="0" algn="l" defTabSz="889000">
            <a:lnSpc>
              <a:spcPct val="90000"/>
            </a:lnSpc>
            <a:spcBef>
              <a:spcPct val="0"/>
            </a:spcBef>
            <a:spcAft>
              <a:spcPct val="35000"/>
            </a:spcAft>
            <a:buNone/>
          </a:pPr>
          <a:r>
            <a:rPr lang="en-AU" sz="2000" kern="1200" dirty="0"/>
            <a:t>Can be </a:t>
          </a:r>
          <a:r>
            <a:rPr lang="en-AU" sz="2000" kern="1200"/>
            <a:t>good for fundamental </a:t>
          </a:r>
          <a:r>
            <a:rPr lang="en-AU" sz="2000" kern="1200" dirty="0"/>
            <a:t>knowledge</a:t>
          </a:r>
        </a:p>
        <a:p>
          <a:pPr marL="0" lvl="0" indent="0" algn="l" defTabSz="889000">
            <a:lnSpc>
              <a:spcPct val="90000"/>
            </a:lnSpc>
            <a:spcBef>
              <a:spcPct val="0"/>
            </a:spcBef>
            <a:spcAft>
              <a:spcPct val="35000"/>
            </a:spcAft>
            <a:buNone/>
          </a:pPr>
          <a:r>
            <a:rPr lang="en-AU" sz="2000" kern="1200" dirty="0"/>
            <a:t>Unfamiliar jargon</a:t>
          </a:r>
        </a:p>
        <a:p>
          <a:pPr marL="0" lvl="0" indent="0" algn="l" defTabSz="889000">
            <a:lnSpc>
              <a:spcPct val="90000"/>
            </a:lnSpc>
            <a:spcBef>
              <a:spcPct val="0"/>
            </a:spcBef>
            <a:spcAft>
              <a:spcPct val="35000"/>
            </a:spcAft>
            <a:buNone/>
          </a:pPr>
          <a:r>
            <a:rPr lang="en-AU" sz="2000" kern="1200" dirty="0"/>
            <a:t>Can be good at correcting grammar, spelling, improving phrasing</a:t>
          </a:r>
        </a:p>
        <a:p>
          <a:pPr marL="171450" lvl="1" indent="-171450" algn="l" defTabSz="711200">
            <a:lnSpc>
              <a:spcPct val="90000"/>
            </a:lnSpc>
            <a:spcBef>
              <a:spcPct val="0"/>
            </a:spcBef>
            <a:spcAft>
              <a:spcPct val="15000"/>
            </a:spcAft>
            <a:buChar char="•"/>
          </a:pPr>
          <a:r>
            <a:rPr lang="en-AU" sz="1600" kern="1200" dirty="0"/>
            <a:t>careful that it doesn’t change the meaning of your sentences</a:t>
          </a:r>
        </a:p>
        <a:p>
          <a:pPr marL="0" lvl="0" indent="0" algn="l" defTabSz="889000">
            <a:lnSpc>
              <a:spcPct val="90000"/>
            </a:lnSpc>
            <a:spcBef>
              <a:spcPct val="0"/>
            </a:spcBef>
            <a:spcAft>
              <a:spcPct val="35000"/>
            </a:spcAft>
            <a:buNone/>
          </a:pPr>
          <a:r>
            <a:rPr lang="en-AU" sz="2000" kern="1200" dirty="0"/>
            <a:t>Saves time (?)</a:t>
          </a:r>
        </a:p>
      </dsp:txBody>
      <dsp:txXfrm rot="10800000">
        <a:off x="133601" y="2056735"/>
        <a:ext cx="4974236" cy="2845290"/>
      </dsp:txXfrm>
    </dsp:sp>
    <dsp:sp modelId="{375BC0E7-7A98-664A-B9EA-CFB144A8DA83}">
      <dsp:nvSpPr>
        <dsp:cNvPr id="0" name=""/>
        <dsp:cNvSpPr/>
      </dsp:nvSpPr>
      <dsp:spPr>
        <a:xfrm>
          <a:off x="2853" y="533137"/>
          <a:ext cx="5235732" cy="1570719"/>
        </a:xfrm>
        <a:prstGeom prst="round2SameRect">
          <a:avLst>
            <a:gd name="adj1" fmla="val 45000"/>
            <a:gd name="adj2" fmla="val 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3739" tIns="413739" rIns="413739" bIns="413739" numCol="1" spcCol="1270" anchor="ctr" anchorCtr="0">
          <a:noAutofit/>
        </a:bodyPr>
        <a:lstStyle/>
        <a:p>
          <a:pPr marL="0" lvl="0" indent="0" algn="l" defTabSz="1555750">
            <a:lnSpc>
              <a:spcPct val="90000"/>
            </a:lnSpc>
            <a:spcBef>
              <a:spcPct val="0"/>
            </a:spcBef>
            <a:spcAft>
              <a:spcPct val="35000"/>
            </a:spcAft>
            <a:buNone/>
          </a:pPr>
          <a:r>
            <a:rPr lang="en-AU" sz="3500" kern="1200" dirty="0"/>
            <a:t>Pros</a:t>
          </a:r>
        </a:p>
      </dsp:txBody>
      <dsp:txXfrm>
        <a:off x="209875" y="740159"/>
        <a:ext cx="4821688" cy="1363697"/>
      </dsp:txXfrm>
    </dsp:sp>
    <dsp:sp modelId="{285F47CC-D667-2C4F-ADEF-198D53878025}">
      <dsp:nvSpPr>
        <dsp:cNvPr id="0" name=""/>
        <dsp:cNvSpPr/>
      </dsp:nvSpPr>
      <dsp:spPr>
        <a:xfrm rot="10800000">
          <a:off x="5346586" y="2056735"/>
          <a:ext cx="5235732" cy="2976038"/>
        </a:xfrm>
        <a:prstGeom prst="round2SameRect">
          <a:avLst>
            <a:gd name="adj1" fmla="val 15000"/>
            <a:gd name="adj2" fmla="val 0"/>
          </a:avLst>
        </a:prstGeom>
        <a:solidFill>
          <a:schemeClr val="lt1">
            <a:alpha val="90000"/>
            <a:hueOff val="0"/>
            <a:satOff val="0"/>
            <a:lumOff val="0"/>
            <a:alphaOff val="0"/>
          </a:schemeClr>
        </a:solidFill>
        <a:ln w="19050" cap="flat" cmpd="sng" algn="ctr">
          <a:solidFill>
            <a:schemeClr val="accent4">
              <a:hueOff val="10889181"/>
              <a:satOff val="14212"/>
              <a:lumOff val="329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1646" tIns="221646" rIns="221646" bIns="221646" numCol="1" spcCol="1270" anchor="t" anchorCtr="0">
          <a:noAutofit/>
        </a:bodyPr>
        <a:lstStyle/>
        <a:p>
          <a:pPr marL="0" lvl="0" indent="0" algn="l" defTabSz="889000">
            <a:lnSpc>
              <a:spcPct val="90000"/>
            </a:lnSpc>
            <a:spcBef>
              <a:spcPct val="0"/>
            </a:spcBef>
            <a:spcAft>
              <a:spcPct val="35000"/>
            </a:spcAft>
            <a:buNone/>
          </a:pPr>
          <a:r>
            <a:rPr lang="en-AU" sz="2000" kern="1200" dirty="0"/>
            <a:t>Confidently states findings/limitations that are wrong, softened, or missing</a:t>
          </a:r>
        </a:p>
        <a:p>
          <a:pPr marL="171450" lvl="1" indent="-171450" algn="l" defTabSz="711200">
            <a:lnSpc>
              <a:spcPct val="90000"/>
            </a:lnSpc>
            <a:spcBef>
              <a:spcPct val="0"/>
            </a:spcBef>
            <a:spcAft>
              <a:spcPct val="15000"/>
            </a:spcAft>
            <a:buChar char="•"/>
          </a:pPr>
          <a:r>
            <a:rPr lang="en-AU" sz="1600" kern="1200" dirty="0"/>
            <a:t>How do you </a:t>
          </a:r>
          <a:r>
            <a:rPr lang="en-AU" sz="1600" i="1" kern="1200" dirty="0"/>
            <a:t>know</a:t>
          </a:r>
          <a:r>
            <a:rPr lang="en-AU" sz="1600" kern="1200" dirty="0"/>
            <a:t> the info is true?</a:t>
          </a:r>
        </a:p>
        <a:p>
          <a:pPr marL="0" lvl="0" indent="0" algn="l" defTabSz="889000">
            <a:lnSpc>
              <a:spcPct val="90000"/>
            </a:lnSpc>
            <a:spcBef>
              <a:spcPct val="0"/>
            </a:spcBef>
            <a:spcAft>
              <a:spcPct val="35000"/>
            </a:spcAft>
            <a:buNone/>
          </a:pPr>
          <a:endParaRPr lang="en-AU" sz="2000" kern="1200" dirty="0"/>
        </a:p>
        <a:p>
          <a:pPr marL="0" lvl="0" indent="0" algn="l" defTabSz="889000">
            <a:lnSpc>
              <a:spcPct val="90000"/>
            </a:lnSpc>
            <a:spcBef>
              <a:spcPct val="0"/>
            </a:spcBef>
            <a:spcAft>
              <a:spcPct val="35000"/>
            </a:spcAft>
            <a:buNone/>
          </a:pPr>
          <a:r>
            <a:rPr lang="en-AU" sz="2000" kern="1200" dirty="0"/>
            <a:t>Often provides fake references</a:t>
          </a:r>
        </a:p>
        <a:p>
          <a:pPr marL="0" lvl="0" indent="0" algn="l" defTabSz="889000">
            <a:lnSpc>
              <a:spcPct val="90000"/>
            </a:lnSpc>
            <a:spcBef>
              <a:spcPct val="0"/>
            </a:spcBef>
            <a:spcAft>
              <a:spcPct val="35000"/>
            </a:spcAft>
            <a:buNone/>
          </a:pPr>
          <a:r>
            <a:rPr lang="en-AU" sz="2000" kern="1200" dirty="0"/>
            <a:t>Ethical and environmental complications</a:t>
          </a:r>
        </a:p>
      </dsp:txBody>
      <dsp:txXfrm rot="10800000">
        <a:off x="5477334" y="2056735"/>
        <a:ext cx="4974236" cy="2845290"/>
      </dsp:txXfrm>
    </dsp:sp>
    <dsp:sp modelId="{6248461D-DDB8-6F47-8624-856AC0A66D69}">
      <dsp:nvSpPr>
        <dsp:cNvPr id="0" name=""/>
        <dsp:cNvSpPr/>
      </dsp:nvSpPr>
      <dsp:spPr>
        <a:xfrm>
          <a:off x="5346586" y="533137"/>
          <a:ext cx="5235732" cy="1570719"/>
        </a:xfrm>
        <a:prstGeom prst="round2SameRect">
          <a:avLst>
            <a:gd name="adj1" fmla="val 45000"/>
            <a:gd name="adj2" fmla="val 0"/>
          </a:avLst>
        </a:prstGeom>
        <a:solidFill>
          <a:schemeClr val="accent4">
            <a:hueOff val="10889181"/>
            <a:satOff val="14212"/>
            <a:lumOff val="32941"/>
            <a:alphaOff val="0"/>
          </a:schemeClr>
        </a:solidFill>
        <a:ln w="19050" cap="flat" cmpd="sng" algn="ctr">
          <a:solidFill>
            <a:schemeClr val="accent4">
              <a:hueOff val="10889181"/>
              <a:satOff val="14212"/>
              <a:lumOff val="32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3739" tIns="413739" rIns="413739" bIns="413739" numCol="1" spcCol="1270" anchor="ctr" anchorCtr="0">
          <a:noAutofit/>
        </a:bodyPr>
        <a:lstStyle/>
        <a:p>
          <a:pPr marL="0" lvl="0" indent="0" algn="l" defTabSz="1555750">
            <a:lnSpc>
              <a:spcPct val="90000"/>
            </a:lnSpc>
            <a:spcBef>
              <a:spcPct val="0"/>
            </a:spcBef>
            <a:spcAft>
              <a:spcPct val="35000"/>
            </a:spcAft>
            <a:buNone/>
          </a:pPr>
          <a:r>
            <a:rPr lang="en-AU" sz="3500" kern="1200" dirty="0"/>
            <a:t>Cons</a:t>
          </a:r>
        </a:p>
      </dsp:txBody>
      <dsp:txXfrm>
        <a:off x="5553608" y="740159"/>
        <a:ext cx="4821688" cy="13636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B0330A-7028-5842-8DB0-49B5156F742E}">
      <dsp:nvSpPr>
        <dsp:cNvPr id="0" name=""/>
        <dsp:cNvSpPr/>
      </dsp:nvSpPr>
      <dsp:spPr>
        <a:xfrm>
          <a:off x="0" y="147918"/>
          <a:ext cx="4190999" cy="4190999"/>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a:t>Papers/sources you read: 50-100</a:t>
          </a:r>
          <a:endParaRPr lang="en-GB" sz="1600" kern="1200" dirty="0"/>
        </a:p>
      </dsp:txBody>
      <dsp:txXfrm>
        <a:off x="995362" y="462242"/>
        <a:ext cx="2200274" cy="712469"/>
      </dsp:txXfrm>
    </dsp:sp>
    <dsp:sp modelId="{B0C51EAE-6B60-5744-B446-0CF29DE53738}">
      <dsp:nvSpPr>
        <dsp:cNvPr id="0" name=""/>
        <dsp:cNvSpPr/>
      </dsp:nvSpPr>
      <dsp:spPr>
        <a:xfrm>
          <a:off x="523874" y="1195667"/>
          <a:ext cx="3143249" cy="3143249"/>
        </a:xfrm>
        <a:prstGeom prst="ellipse">
          <a:avLst/>
        </a:prstGeom>
        <a:solidFill>
          <a:schemeClr val="accent3">
            <a:hueOff val="-4037453"/>
            <a:satOff val="24105"/>
            <a:lumOff val="-627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a:t>Actually cited in your project: </a:t>
          </a:r>
        </a:p>
        <a:p>
          <a:pPr marL="0" lvl="0" indent="0" algn="ctr" defTabSz="711200">
            <a:lnSpc>
              <a:spcPct val="90000"/>
            </a:lnSpc>
            <a:spcBef>
              <a:spcPct val="0"/>
            </a:spcBef>
            <a:spcAft>
              <a:spcPct val="35000"/>
            </a:spcAft>
            <a:buNone/>
          </a:pPr>
          <a:r>
            <a:rPr lang="en-GB" sz="1600" kern="1200"/>
            <a:t>~30</a:t>
          </a:r>
          <a:endParaRPr lang="en-GB" sz="1600" kern="1200" dirty="0"/>
        </a:p>
      </dsp:txBody>
      <dsp:txXfrm>
        <a:off x="984193" y="1981480"/>
        <a:ext cx="2222612" cy="1571624"/>
      </dsp:txXfrm>
    </dsp:sp>
  </dsp:spTree>
</dsp:drawing>
</file>

<file path=ppt/diagrams/layout1.xml><?xml version="1.0" encoding="utf-8"?>
<dgm:layoutDef xmlns:dgm="http://schemas.openxmlformats.org/drawingml/2006/diagram" xmlns:a="http://schemas.openxmlformats.org/drawingml/2006/main" uniqueId="urn:microsoft.com/office/officeart/2024/layout/NumberedTitleCardList#1">
  <dgm:title val=""/>
  <dgm:desc val=""/>
  <dgm:catLst>
    <dgm:cat type="list" pri="8100"/>
  </dgm:catLst>
  <dgm:sampData>
    <dgm:dataModel>
      <dgm:ptLst>
        <dgm:pt modelId="0" type="doc"/>
        <dgm:pt modelId="1">
          <dgm:prSet phldr="1"/>
        </dgm:pt>
        <dgm:pt modelId="2">
          <dgm:prSet phldr="1"/>
        </dgm:pt>
        <dgm:pt modelId="3">
          <dgm:prSet phldr="1"/>
        </dgm:pt>
        <dgm:pt modelId="101" type="sibTrans" cxnId="{36C3B954-3CE5-4824-B10B-85F1E4D2EB34}">
          <dgm:prSet phldrT="01"/>
          <dgm:t>
            <a:bodyPr/>
            <a:lstStyle/>
            <a:p>
              <a:r>
                <a:t>01</a:t>
              </a:r>
            </a:p>
          </dgm:t>
        </dgm:pt>
        <dgm:pt modelId="201" type="sibTrans" cxnId="{B9C03F21-9ADB-4E81-98E1-6AA773BE803F}">
          <dgm:prSet phldrT="02"/>
          <dgm:t>
            <a:bodyPr/>
            <a:lstStyle/>
            <a:p>
              <a:r>
                <a:t>02</a:t>
              </a:r>
            </a:p>
          </dgm:t>
        </dgm:pt>
        <dgm:pt modelId="301" type="sibTrans" cxnId="{3B8DB6FF-E5CE-42AE-9765-31AD92E66C91}">
          <dgm:prSet phldrT="03"/>
          <dgm:t>
            <a:bodyPr/>
            <a:lstStyle/>
            <a:p>
              <a:r>
                <a:t>03</a:t>
              </a:r>
            </a:p>
          </dgm:t>
        </dgm:pt>
      </dgm:ptLst>
      <dgm:cxnLst>
        <dgm:cxn modelId="4" srcId="0" destId="1" srcOrd="0" destOrd="0" sibTransId="101"/>
        <dgm:cxn modelId="5" srcId="0" destId="2" srcOrd="1" destOrd="0" sibTransId="201"/>
        <dgm:cxn modelId="6" srcId="0" destId="3" srcOrd="2" destOrd="0" sibTransId="301"/>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fgAcc1">
          <dgm:alg type="sp"/>
          <dgm:shape xmlns:r="http://schemas.openxmlformats.org/officeDocument/2006/relationships" type="roundRect" r:blip="">
            <dgm:adjLst>
              <dgm:adj idx="1" val="0.1"/>
            </dgm:adjLst>
          </dgm:shape>
          <dgm:presOf axis="self"/>
          <dgm:constrLst/>
          <dgm:ruleLst/>
        </dgm:layoutNode>
        <dgm:forEach name="Name19" axis="followSib" ptType="sibTrans" hideLastTrans="0" cnt="1">
          <dgm:layoutNode name="sibTransNodeRect" styleLbl="bgShp">
            <dgm:varLst>
              <dgm:chMax val="0"/>
              <dgm:bulletEnabled/>
            </dgm:varLst>
            <dgm:presOf axis="self" ptType="sibTrans"/>
            <dgm:choose name="numAlignDir">
              <dgm:if name="numAlignNorm" func="var" arg="dir" op="equ" val="norm">
                <dgm:alg type="tx">
                  <dgm:param type="parTxLTRAlign" val="l"/>
                  <dgm:param type="parTxRTLAlign" val="l"/>
                </dgm:alg>
              </dgm:if>
              <dgm:else name="numAlignRev">
                <dgm:alg type="tx">
                  <dgm:param type="parTxLTRAlign" val="r"/>
                  <dgm:param type="parTxRTLAlign" val="r"/>
                </dgm:alg>
              </dgm:else>
            </dgm:choose>
            <dgm:shape xmlns:r="http://schemas.openxmlformats.org/officeDocument/2006/relationships" type="rect" r:blip="" hideGeom="1">
              <dgm:adjLst/>
            </dgm:shape>
            <dgm:constrLst>
              <dgm:constr type="primFontSz" val="66"/>
              <dgm:constr type="tMarg" val="13"/>
              <dgm:constr type="lMarg" refType="w" fact="0.1"/>
              <dgm:constr type="rMarg" refType="w" fact="0.05"/>
              <dgm:constr type="bMarg" val="13"/>
            </dgm:constrLst>
            <dgm:ruleLst>
              <dgm:rule type="primFontSz" val="14" fact="NaN" max="NaN"/>
              <dgm:rule type="tMarg" val="13" fact="NaN" max="NaN"/>
            </dgm:ruleLst>
          </dgm:layoutNode>
        </dgm:forEach>
        <dgm:layoutNode name="nodeRect" styleLbl="parChTrans1D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OrSelf" ptType="node"/>
          <dgm:constrLst>
            <dgm:constr type="primFontSz" val="26"/>
            <dgm:constr type="tMarg"/>
            <dgm:constr type="lMarg" refType="w" fact="0.1"/>
            <dgm:constr type="rMarg" refType="w" fact="0.05"/>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24/layout/HorizontalActionList">
  <dgm:title val=""/>
  <dgm:desc val=""/>
  <dgm:catLst>
    <dgm:cat type="textcard" pri="2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95"/>
      <dgm:constr type="h" for="des" forName="composite" op="equ"/>
      <dgm:constr type="w" for="ch" forName="composite" refType="w"/>
      <dgm:constr type="w" for="des" forName="parTx"/>
      <dgm:constr type="h" for="des" forName="parTx" op="equ"/>
      <dgm:constr type="w" for="des" forName="bgOutline"/>
      <dgm:constr type="primFontSz" for="des" forName="parTx" val="54"/>
      <dgm:constr type="primFontSz" for="des" forName="bgOutline" refType="primFontSz" refFor="des" refForName="parTx" op="lte" fact="0.75"/>
      <dgm:constr type="h" for="des" forName="bgOutline"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bgOutline"/>
          <dgm:constr type="t" for="ch" forName="bgOutline" refType="h" refFor="ch" refForName="parTx" fact="0.97"/>
          <dgm:constr type="w" for="ch" forName="bgOutline" refType="w"/>
          <dgm:constr type="h" for="ch" forName="bgOutline" refType="h" fact="0.75"/>
        </dgm:constrLst>
        <dgm:ruleLst/>
        <dgm:layoutNode name="parTx" styleLbl="alignNode1">
          <dgm:varLst>
            <dgm:chMax val="0"/>
            <dgm:chPref val="0"/>
          </dgm:varLst>
          <dgm:alg type="tx">
            <dgm:param type="parTxLTRAlign" val="l"/>
            <dgm:param type="parTxRTLAlign" val="r"/>
          </dgm:alg>
          <dgm:shape xmlns:r="http://schemas.openxmlformats.org/officeDocument/2006/relationships" type="round2SameRect" r:blip="" zOrderOff="3">
            <dgm:adjLst>
              <dgm:adj idx="1" val="0.45"/>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primFontSz" val="14" fact="NaN" max="NaN"/>
          </dgm:ruleLst>
        </dgm:layoutNode>
        <dgm:layoutNode name="bgOutline" styleLbl="fgAcc1">
          <dgm:varLst>
            <dgm:bulletEnabled/>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rot="180" type="round2SameRect" r:blip="">
            <dgm:adjLst>
              <dgm:adj idx="1" val="0.15"/>
              <dgm:adj idx="2" val="0"/>
            </dgm:adjLst>
          </dgm:shape>
          <dgm:presOf axis="des" ptType="node"/>
          <dgm:constrLst>
            <dgm:constr type="primFontSz" val="28"/>
            <dgm:constr type="tMarg" refType="w" fact="0.12"/>
            <dgm:constr type="bMarg" refType="w" fact="0.12"/>
            <dgm:constr type="lMarg" refType="w" fact="0.12"/>
            <dgm:constr type="rMarg" refType="w" fact="0.12"/>
          </dgm:constrLst>
          <dgm:ruleLst>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3">
            <a:lumMod val="20000"/>
            <a:lumOff val="80000"/>
          </a:schemeClr>
        </a:solidFill>
        <a:effectLst/>
      </p:bgPr>
    </p:bg>
    <p:spTree>
      <p:nvGrpSpPr>
        <p:cNvPr id="1" name=""/>
        <p:cNvGrpSpPr/>
        <p:nvPr/>
      </p:nvGrpSpPr>
      <p:grpSpPr>
        <a:xfrm>
          <a:off x="0" y="0"/>
          <a:ext cx="0" cy="0"/>
          <a:chOff x="0" y="0"/>
          <a:chExt cx="0" cy="0"/>
        </a:xfrm>
      </p:grpSpPr>
      <p:pic>
        <p:nvPicPr>
          <p:cNvPr id="7" name="Picture 6" descr="&quot;We celebrate a definitive part of the UNSW experience - our campuses - by capturing the shapes that define the University from interesting and unexpected angles. They celebrate different viewpoints, the unique and the asymmetrical. These shapes then flex to form the basis for the brand system&quot;">
            <a:extLst>
              <a:ext uri="{FF2B5EF4-FFF2-40B4-BE49-F238E27FC236}">
                <a16:creationId xmlns:a16="http://schemas.microsoft.com/office/drawing/2014/main" id="{9D9F3180-DB25-02EA-4B96-D29914CF88B8}"/>
              </a:ext>
            </a:extLst>
          </p:cNvPr>
          <p:cNvPicPr>
            <a:picLocks noChangeAspect="1"/>
          </p:cNvPicPr>
          <p:nvPr/>
        </p:nvPicPr>
        <p:blipFill>
          <a:blip r:embed="rId2">
            <a:duotone>
              <a:prstClr val="black"/>
              <a:schemeClr val="accent3">
                <a:tint val="45000"/>
                <a:satMod val="400000"/>
              </a:schemeClr>
            </a:duotone>
          </a:blip>
          <a:stretch>
            <a:fillRect/>
          </a:stretch>
        </p:blipFill>
        <p:spPr>
          <a:xfrm rot="12203193">
            <a:off x="-1309821" y="314086"/>
            <a:ext cx="5835596" cy="6550993"/>
          </a:xfrm>
          <a:prstGeom prst="rect">
            <a:avLst/>
          </a:prstGeom>
        </p:spPr>
      </p:pic>
      <p:pic>
        <p:nvPicPr>
          <p:cNvPr id="8" name="Picture 7" descr="Blue curved Shape">
            <a:extLst>
              <a:ext uri="{FF2B5EF4-FFF2-40B4-BE49-F238E27FC236}">
                <a16:creationId xmlns:a16="http://schemas.microsoft.com/office/drawing/2014/main" id="{D3F17203-3105-C1CC-3A74-6DF2910721E7}"/>
              </a:ext>
            </a:extLst>
          </p:cNvPr>
          <p:cNvPicPr>
            <a:picLocks noChangeAspect="1"/>
          </p:cNvPicPr>
          <p:nvPr/>
        </p:nvPicPr>
        <p:blipFill>
          <a:blip r:embed="rId3">
            <a:duotone>
              <a:prstClr val="black"/>
              <a:schemeClr val="accent3">
                <a:tint val="45000"/>
                <a:satMod val="400000"/>
              </a:schemeClr>
            </a:duotone>
            <a:extLst>
              <a:ext uri="{BEBA8EAE-BF5A-486C-A8C5-ECC9F3942E4B}">
                <a14:imgProps xmlns:a14="http://schemas.microsoft.com/office/drawing/2010/main">
                  <a14:imgLayer r:embed="rId4">
                    <a14:imgEffect>
                      <a14:colorTemperature colorTemp="11200"/>
                    </a14:imgEffect>
                  </a14:imgLayer>
                </a14:imgProps>
              </a:ext>
            </a:extLst>
          </a:blip>
          <a:stretch>
            <a:fillRect/>
          </a:stretch>
        </p:blipFill>
        <p:spPr>
          <a:xfrm rot="13539555">
            <a:off x="-3998680" y="-3703765"/>
            <a:ext cx="12895637" cy="8059772"/>
          </a:xfrm>
          <a:prstGeom prst="rect">
            <a:avLst/>
          </a:prstGeom>
        </p:spPr>
      </p:pic>
      <p:sp>
        <p:nvSpPr>
          <p:cNvPr id="14" name="Text Placeholder 13">
            <a:extLst>
              <a:ext uri="{FF2B5EF4-FFF2-40B4-BE49-F238E27FC236}">
                <a16:creationId xmlns:a16="http://schemas.microsoft.com/office/drawing/2014/main" id="{C7B62B4D-B065-CC4E-2955-0F9CD1261ED2}"/>
              </a:ext>
            </a:extLst>
          </p:cNvPr>
          <p:cNvSpPr>
            <a:spLocks noGrp="1"/>
          </p:cNvSpPr>
          <p:nvPr>
            <p:ph type="body" sz="quarter" idx="10" hasCustomPrompt="1"/>
          </p:nvPr>
        </p:nvSpPr>
        <p:spPr>
          <a:xfrm>
            <a:off x="7063753" y="3258448"/>
            <a:ext cx="4573776" cy="803275"/>
          </a:xfrm>
        </p:spPr>
        <p:txBody>
          <a:bodyPr>
            <a:normAutofit/>
          </a:bodyPr>
          <a:lstStyle>
            <a:lvl1pPr algn="r">
              <a:buNone/>
              <a:defRPr sz="5400">
                <a:solidFill>
                  <a:schemeClr val="accent3"/>
                </a:solidFill>
                <a:latin typeface="+mj-lt"/>
              </a:defRPr>
            </a:lvl1pPr>
          </a:lstStyle>
          <a:p>
            <a:pPr lvl="0"/>
            <a:r>
              <a:rPr lang="en-US"/>
              <a:t>Course name</a:t>
            </a:r>
            <a:endParaRPr lang="en-AU"/>
          </a:p>
        </p:txBody>
      </p:sp>
      <p:sp>
        <p:nvSpPr>
          <p:cNvPr id="21" name="Text Placeholder 13">
            <a:extLst>
              <a:ext uri="{FF2B5EF4-FFF2-40B4-BE49-F238E27FC236}">
                <a16:creationId xmlns:a16="http://schemas.microsoft.com/office/drawing/2014/main" id="{F2AE0F5B-E374-865B-580D-783590520670}"/>
              </a:ext>
            </a:extLst>
          </p:cNvPr>
          <p:cNvSpPr>
            <a:spLocks noGrp="1"/>
          </p:cNvSpPr>
          <p:nvPr>
            <p:ph type="body" sz="quarter" idx="11" hasCustomPrompt="1"/>
          </p:nvPr>
        </p:nvSpPr>
        <p:spPr>
          <a:xfrm>
            <a:off x="8783782" y="4089983"/>
            <a:ext cx="2853747" cy="457269"/>
          </a:xfrm>
        </p:spPr>
        <p:txBody>
          <a:bodyPr>
            <a:noAutofit/>
          </a:bodyPr>
          <a:lstStyle>
            <a:lvl1pPr algn="r">
              <a:buNone/>
              <a:defRPr sz="2800">
                <a:solidFill>
                  <a:schemeClr val="accent3"/>
                </a:solidFill>
                <a:latin typeface="+mj-lt"/>
              </a:defRPr>
            </a:lvl1pPr>
          </a:lstStyle>
          <a:p>
            <a:pPr lvl="0"/>
            <a:r>
              <a:rPr lang="en-US"/>
              <a:t>Week X tutorial</a:t>
            </a:r>
            <a:endParaRPr lang="en-AU"/>
          </a:p>
        </p:txBody>
      </p:sp>
      <p:sp>
        <p:nvSpPr>
          <p:cNvPr id="22" name="Text Placeholder 13">
            <a:extLst>
              <a:ext uri="{FF2B5EF4-FFF2-40B4-BE49-F238E27FC236}">
                <a16:creationId xmlns:a16="http://schemas.microsoft.com/office/drawing/2014/main" id="{48C04388-9413-4535-279C-1A56B9A450FD}"/>
              </a:ext>
            </a:extLst>
          </p:cNvPr>
          <p:cNvSpPr>
            <a:spLocks noGrp="1"/>
          </p:cNvSpPr>
          <p:nvPr>
            <p:ph type="body" sz="quarter" idx="12" hasCustomPrompt="1"/>
          </p:nvPr>
        </p:nvSpPr>
        <p:spPr>
          <a:xfrm>
            <a:off x="7527636" y="5360012"/>
            <a:ext cx="4109893" cy="457269"/>
          </a:xfrm>
        </p:spPr>
        <p:txBody>
          <a:bodyPr>
            <a:noAutofit/>
          </a:bodyPr>
          <a:lstStyle>
            <a:lvl1pPr>
              <a:buNone/>
              <a:defRPr sz="1400">
                <a:solidFill>
                  <a:schemeClr val="tx1"/>
                </a:solidFill>
                <a:latin typeface="+mj-lt"/>
              </a:defRPr>
            </a:lvl1pPr>
          </a:lstStyle>
          <a:p>
            <a:pPr lvl="0"/>
            <a:r>
              <a:rPr lang="en-US"/>
              <a:t>Teacher: Name	Contact: </a:t>
            </a:r>
            <a:endParaRPr lang="en-AU"/>
          </a:p>
        </p:txBody>
      </p:sp>
      <p:sp>
        <p:nvSpPr>
          <p:cNvPr id="23" name="Text Placeholder 13">
            <a:extLst>
              <a:ext uri="{FF2B5EF4-FFF2-40B4-BE49-F238E27FC236}">
                <a16:creationId xmlns:a16="http://schemas.microsoft.com/office/drawing/2014/main" id="{EA47D489-1BEB-BD27-F4C1-422E74144948}"/>
              </a:ext>
            </a:extLst>
          </p:cNvPr>
          <p:cNvSpPr>
            <a:spLocks noGrp="1"/>
          </p:cNvSpPr>
          <p:nvPr>
            <p:ph type="body" sz="quarter" idx="13" hasCustomPrompt="1"/>
          </p:nvPr>
        </p:nvSpPr>
        <p:spPr>
          <a:xfrm>
            <a:off x="8783782" y="4852757"/>
            <a:ext cx="2853747" cy="457269"/>
          </a:xfrm>
        </p:spPr>
        <p:txBody>
          <a:bodyPr>
            <a:noAutofit/>
          </a:bodyPr>
          <a:lstStyle>
            <a:lvl1pPr algn="r">
              <a:buNone/>
              <a:defRPr sz="2400">
                <a:solidFill>
                  <a:schemeClr val="tx1"/>
                </a:solidFill>
                <a:latin typeface="+mj-lt"/>
              </a:defRPr>
            </a:lvl1pPr>
          </a:lstStyle>
          <a:p>
            <a:pPr lvl="0"/>
            <a:r>
              <a:rPr lang="en-US"/>
              <a:t>Topic</a:t>
            </a:r>
            <a:endParaRPr lang="en-AU"/>
          </a:p>
        </p:txBody>
      </p:sp>
    </p:spTree>
    <p:extLst>
      <p:ext uri="{BB962C8B-B14F-4D97-AF65-F5344CB8AC3E}">
        <p14:creationId xmlns:p14="http://schemas.microsoft.com/office/powerpoint/2010/main" val="3253287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AutoShape 14">
            <a:extLst>
              <a:ext uri="{FF2B5EF4-FFF2-40B4-BE49-F238E27FC236}">
                <a16:creationId xmlns:a16="http://schemas.microsoft.com/office/drawing/2014/main" id="{2427C9CC-0303-1FB6-3B5F-23BB00F408F1}"/>
              </a:ext>
              <a:ext uri="{C183D7F6-B498-43B3-948B-1728B52AA6E4}">
                <adec:decorative xmlns:adec="http://schemas.microsoft.com/office/drawing/2017/decorative" val="1"/>
              </a:ext>
            </a:extLst>
          </p:cNvPr>
          <p:cNvSpPr/>
          <p:nvPr/>
        </p:nvSpPr>
        <p:spPr>
          <a:xfrm>
            <a:off x="774152" y="1146629"/>
            <a:ext cx="2796362" cy="251266"/>
          </a:xfrm>
          <a:prstGeom prst="rect">
            <a:avLst/>
          </a:prstGeom>
          <a:solidFill>
            <a:schemeClr val="accent6">
              <a:lumMod val="40000"/>
              <a:lumOff val="60000"/>
            </a:schemeClr>
          </a:solidFill>
        </p:spPr>
        <p:txBody>
          <a:bodyPr/>
          <a:lstStyle/>
          <a:p>
            <a:endParaRPr lang="en-AU"/>
          </a:p>
        </p:txBody>
      </p:sp>
      <p:sp>
        <p:nvSpPr>
          <p:cNvPr id="2" name="Title 1">
            <a:extLst>
              <a:ext uri="{FF2B5EF4-FFF2-40B4-BE49-F238E27FC236}">
                <a16:creationId xmlns:a16="http://schemas.microsoft.com/office/drawing/2014/main" id="{AC77E9D2-2AD0-E71A-2BDE-7485D2D43C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98B2A4-EE37-B50B-164B-1F914ACDE4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4129E-7079-78C2-F5CA-42E08B043FEC}"/>
              </a:ext>
            </a:extLst>
          </p:cNvPr>
          <p:cNvSpPr>
            <a:spLocks noGrp="1"/>
          </p:cNvSpPr>
          <p:nvPr>
            <p:ph type="dt" sz="half" idx="10"/>
          </p:nvPr>
        </p:nvSpPr>
        <p:spPr/>
        <p:txBody>
          <a:bodyPr/>
          <a:lstStyle/>
          <a:p>
            <a:fld id="{FDB49A61-C8BC-4475-BD9E-A8DB4421D6BC}" type="datetimeFigureOut">
              <a:rPr lang="en-AU" smtClean="0"/>
              <a:t>25/09/2026</a:t>
            </a:fld>
            <a:endParaRPr lang="en-AU"/>
          </a:p>
        </p:txBody>
      </p:sp>
      <p:sp>
        <p:nvSpPr>
          <p:cNvPr id="5" name="Footer Placeholder 4">
            <a:extLst>
              <a:ext uri="{FF2B5EF4-FFF2-40B4-BE49-F238E27FC236}">
                <a16:creationId xmlns:a16="http://schemas.microsoft.com/office/drawing/2014/main" id="{2A8371E3-1D7B-CC69-D9AE-E7EDE2FD696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E150B90-0B31-3BF0-C919-8CB9BE7B532B}"/>
              </a:ext>
            </a:extLst>
          </p:cNvPr>
          <p:cNvSpPr>
            <a:spLocks noGrp="1"/>
          </p:cNvSpPr>
          <p:nvPr>
            <p:ph type="sldNum" sz="quarter" idx="12"/>
          </p:nvPr>
        </p:nvSpPr>
        <p:spPr/>
        <p:txBody>
          <a:bodyPr/>
          <a:lstStyle/>
          <a:p>
            <a:fld id="{A4127FC9-CA37-4057-8383-73B309F372A7}" type="slidenum">
              <a:rPr lang="en-AU" smtClean="0"/>
              <a:t>‹#›</a:t>
            </a:fld>
            <a:endParaRPr lang="en-AU"/>
          </a:p>
        </p:txBody>
      </p:sp>
    </p:spTree>
    <p:extLst>
      <p:ext uri="{BB962C8B-B14F-4D97-AF65-F5344CB8AC3E}">
        <p14:creationId xmlns:p14="http://schemas.microsoft.com/office/powerpoint/2010/main" val="821000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bg1"/>
        </a:solidFill>
        <a:effectLst/>
      </p:bgPr>
    </p:bg>
    <p:spTree>
      <p:nvGrpSpPr>
        <p:cNvPr id="1" name=""/>
        <p:cNvGrpSpPr/>
        <p:nvPr/>
      </p:nvGrpSpPr>
      <p:grpSpPr>
        <a:xfrm>
          <a:off x="0" y="0"/>
          <a:ext cx="0" cy="0"/>
          <a:chOff x="0" y="0"/>
          <a:chExt cx="0" cy="0"/>
        </a:xfrm>
      </p:grpSpPr>
      <p:pic>
        <p:nvPicPr>
          <p:cNvPr id="8" name="Picture 7" descr="&quot;We celebrate a definitive part of the UNSW experience - our campuses - by capturing the shapes that define the University from interesting and unexpected angles. They celebrate different viewpoints, the unique and the asymmetrical. These shapes then flex to form the basis for the brand system&quot;">
            <a:extLst>
              <a:ext uri="{FF2B5EF4-FFF2-40B4-BE49-F238E27FC236}">
                <a16:creationId xmlns:a16="http://schemas.microsoft.com/office/drawing/2014/main" id="{C2877696-EDA0-82ED-8DF1-572155EE75B5}"/>
              </a:ext>
            </a:extLst>
          </p:cNvPr>
          <p:cNvPicPr>
            <a:picLocks noChangeAspect="1"/>
          </p:cNvPicPr>
          <p:nvPr/>
        </p:nvPicPr>
        <p:blipFill>
          <a:blip r:embed="rId2">
            <a:duotone>
              <a:prstClr val="black"/>
              <a:schemeClr val="accent3">
                <a:tint val="45000"/>
                <a:satMod val="400000"/>
              </a:schemeClr>
            </a:duotone>
          </a:blip>
          <a:stretch>
            <a:fillRect/>
          </a:stretch>
        </p:blipFill>
        <p:spPr>
          <a:xfrm rot="3816427">
            <a:off x="8421486" y="-1982955"/>
            <a:ext cx="3776045" cy="4238958"/>
          </a:xfrm>
          <a:prstGeom prst="rect">
            <a:avLst/>
          </a:prstGeom>
        </p:spPr>
      </p:pic>
      <p:pic>
        <p:nvPicPr>
          <p:cNvPr id="9" name="Picture 8" descr="Blue curved Shape">
            <a:extLst>
              <a:ext uri="{FF2B5EF4-FFF2-40B4-BE49-F238E27FC236}">
                <a16:creationId xmlns:a16="http://schemas.microsoft.com/office/drawing/2014/main" id="{3A77B11D-6FE9-66BD-1A4E-2E8CD8B0759B}"/>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Lst>
          </a:blip>
          <a:stretch>
            <a:fillRect/>
          </a:stretch>
        </p:blipFill>
        <p:spPr>
          <a:xfrm rot="13539555">
            <a:off x="4449291" y="-3526780"/>
            <a:ext cx="8344393" cy="5215245"/>
          </a:xfrm>
          <a:prstGeom prst="rect">
            <a:avLst/>
          </a:prstGeom>
        </p:spPr>
      </p:pic>
      <p:sp>
        <p:nvSpPr>
          <p:cNvPr id="7" name="AutoShape 14">
            <a:extLst>
              <a:ext uri="{FF2B5EF4-FFF2-40B4-BE49-F238E27FC236}">
                <a16:creationId xmlns:a16="http://schemas.microsoft.com/office/drawing/2014/main" id="{2427C9CC-0303-1FB6-3B5F-23BB00F408F1}"/>
              </a:ext>
              <a:ext uri="{C183D7F6-B498-43B3-948B-1728B52AA6E4}">
                <adec:decorative xmlns:adec="http://schemas.microsoft.com/office/drawing/2017/decorative" val="1"/>
              </a:ext>
            </a:extLst>
          </p:cNvPr>
          <p:cNvSpPr/>
          <p:nvPr/>
        </p:nvSpPr>
        <p:spPr>
          <a:xfrm>
            <a:off x="774152" y="1146629"/>
            <a:ext cx="2796362" cy="251266"/>
          </a:xfrm>
          <a:prstGeom prst="rect">
            <a:avLst/>
          </a:prstGeom>
          <a:solidFill>
            <a:schemeClr val="accent1"/>
          </a:solidFill>
        </p:spPr>
        <p:txBody>
          <a:bodyPr/>
          <a:lstStyle/>
          <a:p>
            <a:endParaRPr lang="en-AU"/>
          </a:p>
        </p:txBody>
      </p:sp>
      <p:sp>
        <p:nvSpPr>
          <p:cNvPr id="2" name="Title 1">
            <a:extLst>
              <a:ext uri="{FF2B5EF4-FFF2-40B4-BE49-F238E27FC236}">
                <a16:creationId xmlns:a16="http://schemas.microsoft.com/office/drawing/2014/main" id="{AC77E9D2-2AD0-E71A-2BDE-7485D2D43C84}"/>
              </a:ext>
            </a:extLst>
          </p:cNvPr>
          <p:cNvSpPr>
            <a:spLocks noGrp="1"/>
          </p:cNvSpPr>
          <p:nvPr>
            <p:ph type="title"/>
          </p:nvPr>
        </p:nvSpPr>
        <p:spPr>
          <a:xfrm>
            <a:off x="1025236" y="365125"/>
            <a:ext cx="10328564" cy="1325563"/>
          </a:xfrm>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EF98B2A4-EE37-B50B-164B-1F914ACDE4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4129E-7079-78C2-F5CA-42E08B043FEC}"/>
              </a:ext>
            </a:extLst>
          </p:cNvPr>
          <p:cNvSpPr>
            <a:spLocks noGrp="1"/>
          </p:cNvSpPr>
          <p:nvPr>
            <p:ph type="dt" sz="half" idx="10"/>
          </p:nvPr>
        </p:nvSpPr>
        <p:spPr/>
        <p:txBody>
          <a:bodyPr/>
          <a:lstStyle/>
          <a:p>
            <a:fld id="{FDB49A61-C8BC-4475-BD9E-A8DB4421D6BC}" type="datetimeFigureOut">
              <a:rPr lang="en-AU" smtClean="0"/>
              <a:t>25/09/2026</a:t>
            </a:fld>
            <a:endParaRPr lang="en-AU"/>
          </a:p>
        </p:txBody>
      </p:sp>
      <p:sp>
        <p:nvSpPr>
          <p:cNvPr id="5" name="Footer Placeholder 4">
            <a:extLst>
              <a:ext uri="{FF2B5EF4-FFF2-40B4-BE49-F238E27FC236}">
                <a16:creationId xmlns:a16="http://schemas.microsoft.com/office/drawing/2014/main" id="{2A8371E3-1D7B-CC69-D9AE-E7EDE2FD696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E150B90-0B31-3BF0-C919-8CB9BE7B532B}"/>
              </a:ext>
            </a:extLst>
          </p:cNvPr>
          <p:cNvSpPr>
            <a:spLocks noGrp="1"/>
          </p:cNvSpPr>
          <p:nvPr>
            <p:ph type="sldNum" sz="quarter" idx="12"/>
          </p:nvPr>
        </p:nvSpPr>
        <p:spPr/>
        <p:txBody>
          <a:bodyPr/>
          <a:lstStyle/>
          <a:p>
            <a:fld id="{A4127FC9-CA37-4057-8383-73B309F372A7}" type="slidenum">
              <a:rPr lang="en-AU" smtClean="0"/>
              <a:t>‹#›</a:t>
            </a:fld>
            <a:endParaRPr lang="en-AU"/>
          </a:p>
        </p:txBody>
      </p:sp>
    </p:spTree>
    <p:extLst>
      <p:ext uri="{BB962C8B-B14F-4D97-AF65-F5344CB8AC3E}">
        <p14:creationId xmlns:p14="http://schemas.microsoft.com/office/powerpoint/2010/main" val="3897706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932A2-7F42-5D76-BC8B-5F44AFF2DA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516C15-3657-A821-CBC0-B552424B48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449954-494B-4833-3E1D-057E83ADD072}"/>
              </a:ext>
            </a:extLst>
          </p:cNvPr>
          <p:cNvSpPr>
            <a:spLocks noGrp="1"/>
          </p:cNvSpPr>
          <p:nvPr>
            <p:ph type="dt" sz="half" idx="10"/>
          </p:nvPr>
        </p:nvSpPr>
        <p:spPr/>
        <p:txBody>
          <a:bodyPr/>
          <a:lstStyle/>
          <a:p>
            <a:fld id="{FDB49A61-C8BC-4475-BD9E-A8DB4421D6BC}" type="datetimeFigureOut">
              <a:rPr lang="en-AU" smtClean="0"/>
              <a:t>25/09/2026</a:t>
            </a:fld>
            <a:endParaRPr lang="en-AU"/>
          </a:p>
        </p:txBody>
      </p:sp>
      <p:sp>
        <p:nvSpPr>
          <p:cNvPr id="5" name="Footer Placeholder 4">
            <a:extLst>
              <a:ext uri="{FF2B5EF4-FFF2-40B4-BE49-F238E27FC236}">
                <a16:creationId xmlns:a16="http://schemas.microsoft.com/office/drawing/2014/main" id="{2FB7AA95-67B1-6FC9-5F13-9DDC2255FE4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58B45F6-D884-9CFD-9A11-0AA20F8C1CED}"/>
              </a:ext>
            </a:extLst>
          </p:cNvPr>
          <p:cNvSpPr>
            <a:spLocks noGrp="1"/>
          </p:cNvSpPr>
          <p:nvPr>
            <p:ph type="sldNum" sz="quarter" idx="12"/>
          </p:nvPr>
        </p:nvSpPr>
        <p:spPr/>
        <p:txBody>
          <a:bodyPr/>
          <a:lstStyle/>
          <a:p>
            <a:fld id="{A4127FC9-CA37-4057-8383-73B309F372A7}" type="slidenum">
              <a:rPr lang="en-AU" smtClean="0"/>
              <a:t>‹#›</a:t>
            </a:fld>
            <a:endParaRPr lang="en-AU"/>
          </a:p>
        </p:txBody>
      </p:sp>
    </p:spTree>
    <p:extLst>
      <p:ext uri="{BB962C8B-B14F-4D97-AF65-F5344CB8AC3E}">
        <p14:creationId xmlns:p14="http://schemas.microsoft.com/office/powerpoint/2010/main" val="3165121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F75D4-7A4D-4514-6782-3378A7402D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159919-DF81-9C07-EFC0-866A05F867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DE86FC-C093-9561-A040-87A36546C6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3BF85F-7ED8-14FD-276C-B86364F90E4F}"/>
              </a:ext>
            </a:extLst>
          </p:cNvPr>
          <p:cNvSpPr>
            <a:spLocks noGrp="1"/>
          </p:cNvSpPr>
          <p:nvPr>
            <p:ph type="dt" sz="half" idx="10"/>
          </p:nvPr>
        </p:nvSpPr>
        <p:spPr/>
        <p:txBody>
          <a:bodyPr/>
          <a:lstStyle/>
          <a:p>
            <a:fld id="{FDB49A61-C8BC-4475-BD9E-A8DB4421D6BC}" type="datetimeFigureOut">
              <a:rPr lang="en-AU" smtClean="0"/>
              <a:t>25/09/2026</a:t>
            </a:fld>
            <a:endParaRPr lang="en-AU"/>
          </a:p>
        </p:txBody>
      </p:sp>
      <p:sp>
        <p:nvSpPr>
          <p:cNvPr id="6" name="Footer Placeholder 5">
            <a:extLst>
              <a:ext uri="{FF2B5EF4-FFF2-40B4-BE49-F238E27FC236}">
                <a16:creationId xmlns:a16="http://schemas.microsoft.com/office/drawing/2014/main" id="{9E8DD28E-DCE4-6BA1-94C0-629040B5189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A1088D0-8926-FDC1-408A-A7C365E2B4CD}"/>
              </a:ext>
            </a:extLst>
          </p:cNvPr>
          <p:cNvSpPr>
            <a:spLocks noGrp="1"/>
          </p:cNvSpPr>
          <p:nvPr>
            <p:ph type="sldNum" sz="quarter" idx="12"/>
          </p:nvPr>
        </p:nvSpPr>
        <p:spPr/>
        <p:txBody>
          <a:bodyPr/>
          <a:lstStyle/>
          <a:p>
            <a:fld id="{A4127FC9-CA37-4057-8383-73B309F372A7}" type="slidenum">
              <a:rPr lang="en-AU" smtClean="0"/>
              <a:t>‹#›</a:t>
            </a:fld>
            <a:endParaRPr lang="en-AU"/>
          </a:p>
        </p:txBody>
      </p:sp>
    </p:spTree>
    <p:extLst>
      <p:ext uri="{BB962C8B-B14F-4D97-AF65-F5344CB8AC3E}">
        <p14:creationId xmlns:p14="http://schemas.microsoft.com/office/powerpoint/2010/main" val="2240679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621D8-D6F8-FBAC-C14C-15F2C22685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387B5F-E3B2-F935-5917-E26065C461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6B556D-7601-200D-0680-C9B6DA946F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5D263C-41E9-9841-FAA9-7519F6A33D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9CBFD5-4BE8-BA3F-3571-B9009F7F0B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2B3C9B-55B4-B7E7-9161-5CC0875F1FBC}"/>
              </a:ext>
            </a:extLst>
          </p:cNvPr>
          <p:cNvSpPr>
            <a:spLocks noGrp="1"/>
          </p:cNvSpPr>
          <p:nvPr>
            <p:ph type="dt" sz="half" idx="10"/>
          </p:nvPr>
        </p:nvSpPr>
        <p:spPr/>
        <p:txBody>
          <a:bodyPr/>
          <a:lstStyle/>
          <a:p>
            <a:fld id="{FDB49A61-C8BC-4475-BD9E-A8DB4421D6BC}" type="datetimeFigureOut">
              <a:rPr lang="en-AU" smtClean="0"/>
              <a:t>25/09/2026</a:t>
            </a:fld>
            <a:endParaRPr lang="en-AU"/>
          </a:p>
        </p:txBody>
      </p:sp>
      <p:sp>
        <p:nvSpPr>
          <p:cNvPr id="8" name="Footer Placeholder 7">
            <a:extLst>
              <a:ext uri="{FF2B5EF4-FFF2-40B4-BE49-F238E27FC236}">
                <a16:creationId xmlns:a16="http://schemas.microsoft.com/office/drawing/2014/main" id="{B4F3A0FD-B894-9E99-5CD3-D1C6AD2DC295}"/>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9D123C3-D636-38B3-38E7-5519997505EA}"/>
              </a:ext>
            </a:extLst>
          </p:cNvPr>
          <p:cNvSpPr>
            <a:spLocks noGrp="1"/>
          </p:cNvSpPr>
          <p:nvPr>
            <p:ph type="sldNum" sz="quarter" idx="12"/>
          </p:nvPr>
        </p:nvSpPr>
        <p:spPr/>
        <p:txBody>
          <a:bodyPr/>
          <a:lstStyle/>
          <a:p>
            <a:fld id="{A4127FC9-CA37-4057-8383-73B309F372A7}" type="slidenum">
              <a:rPr lang="en-AU" smtClean="0"/>
              <a:t>‹#›</a:t>
            </a:fld>
            <a:endParaRPr lang="en-AU"/>
          </a:p>
        </p:txBody>
      </p:sp>
    </p:spTree>
    <p:extLst>
      <p:ext uri="{BB962C8B-B14F-4D97-AF65-F5344CB8AC3E}">
        <p14:creationId xmlns:p14="http://schemas.microsoft.com/office/powerpoint/2010/main" val="305415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C1698-B25D-4DB9-A83E-9588C52E6A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703FEC-8800-679A-A37E-82B8DE56286B}"/>
              </a:ext>
            </a:extLst>
          </p:cNvPr>
          <p:cNvSpPr>
            <a:spLocks noGrp="1"/>
          </p:cNvSpPr>
          <p:nvPr>
            <p:ph type="dt" sz="half" idx="10"/>
          </p:nvPr>
        </p:nvSpPr>
        <p:spPr/>
        <p:txBody>
          <a:bodyPr/>
          <a:lstStyle/>
          <a:p>
            <a:fld id="{FDB49A61-C8BC-4475-BD9E-A8DB4421D6BC}" type="datetimeFigureOut">
              <a:rPr lang="en-AU" smtClean="0"/>
              <a:t>25/09/2026</a:t>
            </a:fld>
            <a:endParaRPr lang="en-AU"/>
          </a:p>
        </p:txBody>
      </p:sp>
      <p:sp>
        <p:nvSpPr>
          <p:cNvPr id="4" name="Footer Placeholder 3">
            <a:extLst>
              <a:ext uri="{FF2B5EF4-FFF2-40B4-BE49-F238E27FC236}">
                <a16:creationId xmlns:a16="http://schemas.microsoft.com/office/drawing/2014/main" id="{FBB33547-900C-D7E2-590C-89258C4E227C}"/>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42096B27-C278-0409-8788-BA0DEA026970}"/>
              </a:ext>
            </a:extLst>
          </p:cNvPr>
          <p:cNvSpPr>
            <a:spLocks noGrp="1"/>
          </p:cNvSpPr>
          <p:nvPr>
            <p:ph type="sldNum" sz="quarter" idx="12"/>
          </p:nvPr>
        </p:nvSpPr>
        <p:spPr/>
        <p:txBody>
          <a:bodyPr/>
          <a:lstStyle/>
          <a:p>
            <a:fld id="{A4127FC9-CA37-4057-8383-73B309F372A7}" type="slidenum">
              <a:rPr lang="en-AU" smtClean="0"/>
              <a:t>‹#›</a:t>
            </a:fld>
            <a:endParaRPr lang="en-AU"/>
          </a:p>
        </p:txBody>
      </p:sp>
    </p:spTree>
    <p:extLst>
      <p:ext uri="{BB962C8B-B14F-4D97-AF65-F5344CB8AC3E}">
        <p14:creationId xmlns:p14="http://schemas.microsoft.com/office/powerpoint/2010/main" val="1679125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FAB600-C796-A859-6CB7-5DBC5CD109AB}"/>
              </a:ext>
            </a:extLst>
          </p:cNvPr>
          <p:cNvSpPr>
            <a:spLocks noGrp="1"/>
          </p:cNvSpPr>
          <p:nvPr>
            <p:ph type="dt" sz="half" idx="10"/>
          </p:nvPr>
        </p:nvSpPr>
        <p:spPr/>
        <p:txBody>
          <a:bodyPr/>
          <a:lstStyle/>
          <a:p>
            <a:fld id="{FDB49A61-C8BC-4475-BD9E-A8DB4421D6BC}" type="datetimeFigureOut">
              <a:rPr lang="en-AU" smtClean="0"/>
              <a:t>25/09/2026</a:t>
            </a:fld>
            <a:endParaRPr lang="en-AU"/>
          </a:p>
        </p:txBody>
      </p:sp>
      <p:sp>
        <p:nvSpPr>
          <p:cNvPr id="3" name="Footer Placeholder 2">
            <a:extLst>
              <a:ext uri="{FF2B5EF4-FFF2-40B4-BE49-F238E27FC236}">
                <a16:creationId xmlns:a16="http://schemas.microsoft.com/office/drawing/2014/main" id="{C83F87B2-BB79-29EC-59FB-3BAFF4D201FC}"/>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C12B622-FD16-AAD6-0D19-0B04EE509FF1}"/>
              </a:ext>
            </a:extLst>
          </p:cNvPr>
          <p:cNvSpPr>
            <a:spLocks noGrp="1"/>
          </p:cNvSpPr>
          <p:nvPr>
            <p:ph type="sldNum" sz="quarter" idx="12"/>
          </p:nvPr>
        </p:nvSpPr>
        <p:spPr/>
        <p:txBody>
          <a:bodyPr/>
          <a:lstStyle/>
          <a:p>
            <a:fld id="{A4127FC9-CA37-4057-8383-73B309F372A7}" type="slidenum">
              <a:rPr lang="en-AU" smtClean="0"/>
              <a:t>‹#›</a:t>
            </a:fld>
            <a:endParaRPr lang="en-AU"/>
          </a:p>
        </p:txBody>
      </p:sp>
    </p:spTree>
    <p:extLst>
      <p:ext uri="{BB962C8B-B14F-4D97-AF65-F5344CB8AC3E}">
        <p14:creationId xmlns:p14="http://schemas.microsoft.com/office/powerpoint/2010/main" val="2037006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ACDDB-69BC-A16D-0625-F17362E1AE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BE1293-B7DD-6BC5-D7A1-8AA0C8A8D4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D7F73E-F364-76D8-BBC6-64825E5C8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B7A8B4-E48B-FBCC-3CF3-68B766AA854F}"/>
              </a:ext>
            </a:extLst>
          </p:cNvPr>
          <p:cNvSpPr>
            <a:spLocks noGrp="1"/>
          </p:cNvSpPr>
          <p:nvPr>
            <p:ph type="dt" sz="half" idx="10"/>
          </p:nvPr>
        </p:nvSpPr>
        <p:spPr/>
        <p:txBody>
          <a:bodyPr/>
          <a:lstStyle/>
          <a:p>
            <a:fld id="{FDB49A61-C8BC-4475-BD9E-A8DB4421D6BC}" type="datetimeFigureOut">
              <a:rPr lang="en-AU" smtClean="0"/>
              <a:t>25/09/2026</a:t>
            </a:fld>
            <a:endParaRPr lang="en-AU"/>
          </a:p>
        </p:txBody>
      </p:sp>
      <p:sp>
        <p:nvSpPr>
          <p:cNvPr id="6" name="Footer Placeholder 5">
            <a:extLst>
              <a:ext uri="{FF2B5EF4-FFF2-40B4-BE49-F238E27FC236}">
                <a16:creationId xmlns:a16="http://schemas.microsoft.com/office/drawing/2014/main" id="{F21C8E37-4646-99CB-7520-7C409EF9B1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552A0A1-534D-E1A8-76B8-D3AA74C602E4}"/>
              </a:ext>
            </a:extLst>
          </p:cNvPr>
          <p:cNvSpPr>
            <a:spLocks noGrp="1"/>
          </p:cNvSpPr>
          <p:nvPr>
            <p:ph type="sldNum" sz="quarter" idx="12"/>
          </p:nvPr>
        </p:nvSpPr>
        <p:spPr/>
        <p:txBody>
          <a:bodyPr/>
          <a:lstStyle/>
          <a:p>
            <a:fld id="{A4127FC9-CA37-4057-8383-73B309F372A7}" type="slidenum">
              <a:rPr lang="en-AU" smtClean="0"/>
              <a:t>‹#›</a:t>
            </a:fld>
            <a:endParaRPr lang="en-AU"/>
          </a:p>
        </p:txBody>
      </p:sp>
    </p:spTree>
    <p:extLst>
      <p:ext uri="{BB962C8B-B14F-4D97-AF65-F5344CB8AC3E}">
        <p14:creationId xmlns:p14="http://schemas.microsoft.com/office/powerpoint/2010/main" val="3655920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30672-9E59-D6E6-9779-437BB91A38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AA404A-E703-2C54-2EC9-3A2753E41D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1586751-44E7-9402-9EE4-661EA562B1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7127E4-B548-A2A1-4DC0-4217041039BA}"/>
              </a:ext>
            </a:extLst>
          </p:cNvPr>
          <p:cNvSpPr>
            <a:spLocks noGrp="1"/>
          </p:cNvSpPr>
          <p:nvPr>
            <p:ph type="dt" sz="half" idx="10"/>
          </p:nvPr>
        </p:nvSpPr>
        <p:spPr/>
        <p:txBody>
          <a:bodyPr/>
          <a:lstStyle/>
          <a:p>
            <a:fld id="{FDB49A61-C8BC-4475-BD9E-A8DB4421D6BC}" type="datetimeFigureOut">
              <a:rPr lang="en-AU" smtClean="0"/>
              <a:t>25/09/2026</a:t>
            </a:fld>
            <a:endParaRPr lang="en-AU"/>
          </a:p>
        </p:txBody>
      </p:sp>
      <p:sp>
        <p:nvSpPr>
          <p:cNvPr id="6" name="Footer Placeholder 5">
            <a:extLst>
              <a:ext uri="{FF2B5EF4-FFF2-40B4-BE49-F238E27FC236}">
                <a16:creationId xmlns:a16="http://schemas.microsoft.com/office/drawing/2014/main" id="{30D06B9D-E9B2-186F-13F9-B64C61AC36A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F5996F2-6231-D813-3B99-7154F028FD22}"/>
              </a:ext>
            </a:extLst>
          </p:cNvPr>
          <p:cNvSpPr>
            <a:spLocks noGrp="1"/>
          </p:cNvSpPr>
          <p:nvPr>
            <p:ph type="sldNum" sz="quarter" idx="12"/>
          </p:nvPr>
        </p:nvSpPr>
        <p:spPr/>
        <p:txBody>
          <a:bodyPr/>
          <a:lstStyle/>
          <a:p>
            <a:fld id="{A4127FC9-CA37-4057-8383-73B309F372A7}" type="slidenum">
              <a:rPr lang="en-AU" smtClean="0"/>
              <a:t>‹#›</a:t>
            </a:fld>
            <a:endParaRPr lang="en-AU"/>
          </a:p>
        </p:txBody>
      </p:sp>
    </p:spTree>
    <p:extLst>
      <p:ext uri="{BB962C8B-B14F-4D97-AF65-F5344CB8AC3E}">
        <p14:creationId xmlns:p14="http://schemas.microsoft.com/office/powerpoint/2010/main" val="3617471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AAFA7-CC26-C907-CD8F-242A77E0FA3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159C06-138C-5D93-7F8E-0223A022FD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B7D350-9AC2-841E-773A-143F904C8162}"/>
              </a:ext>
            </a:extLst>
          </p:cNvPr>
          <p:cNvSpPr>
            <a:spLocks noGrp="1"/>
          </p:cNvSpPr>
          <p:nvPr>
            <p:ph type="dt" sz="half" idx="10"/>
          </p:nvPr>
        </p:nvSpPr>
        <p:spPr/>
        <p:txBody>
          <a:bodyPr/>
          <a:lstStyle/>
          <a:p>
            <a:fld id="{FDB49A61-C8BC-4475-BD9E-A8DB4421D6BC}" type="datetimeFigureOut">
              <a:rPr lang="en-AU" smtClean="0"/>
              <a:t>25/09/2026</a:t>
            </a:fld>
            <a:endParaRPr lang="en-AU"/>
          </a:p>
        </p:txBody>
      </p:sp>
      <p:sp>
        <p:nvSpPr>
          <p:cNvPr id="5" name="Footer Placeholder 4">
            <a:extLst>
              <a:ext uri="{FF2B5EF4-FFF2-40B4-BE49-F238E27FC236}">
                <a16:creationId xmlns:a16="http://schemas.microsoft.com/office/drawing/2014/main" id="{4574945D-D753-72B0-36BE-699BDD014CE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E995021-886B-F16B-FCD8-89C20B3AE6CA}"/>
              </a:ext>
            </a:extLst>
          </p:cNvPr>
          <p:cNvSpPr>
            <a:spLocks noGrp="1"/>
          </p:cNvSpPr>
          <p:nvPr>
            <p:ph type="sldNum" sz="quarter" idx="12"/>
          </p:nvPr>
        </p:nvSpPr>
        <p:spPr/>
        <p:txBody>
          <a:bodyPr/>
          <a:lstStyle/>
          <a:p>
            <a:fld id="{A4127FC9-CA37-4057-8383-73B309F372A7}" type="slidenum">
              <a:rPr lang="en-AU" smtClean="0"/>
              <a:t>‹#›</a:t>
            </a:fld>
            <a:endParaRPr lang="en-AU"/>
          </a:p>
        </p:txBody>
      </p:sp>
    </p:spTree>
    <p:extLst>
      <p:ext uri="{BB962C8B-B14F-4D97-AF65-F5344CB8AC3E}">
        <p14:creationId xmlns:p14="http://schemas.microsoft.com/office/powerpoint/2010/main" val="2198573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CC9B38-2492-722C-7209-F29C4AFACC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14B2AB-AD16-C31F-D0D0-AC76D6F4C2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A6AAA1-2E6F-80FD-689E-DE71BCDEA4E1}"/>
              </a:ext>
            </a:extLst>
          </p:cNvPr>
          <p:cNvSpPr>
            <a:spLocks noGrp="1"/>
          </p:cNvSpPr>
          <p:nvPr>
            <p:ph type="dt" sz="half" idx="10"/>
          </p:nvPr>
        </p:nvSpPr>
        <p:spPr/>
        <p:txBody>
          <a:bodyPr/>
          <a:lstStyle/>
          <a:p>
            <a:fld id="{FDB49A61-C8BC-4475-BD9E-A8DB4421D6BC}" type="datetimeFigureOut">
              <a:rPr lang="en-AU" smtClean="0"/>
              <a:t>25/09/2026</a:t>
            </a:fld>
            <a:endParaRPr lang="en-AU"/>
          </a:p>
        </p:txBody>
      </p:sp>
      <p:sp>
        <p:nvSpPr>
          <p:cNvPr id="5" name="Footer Placeholder 4">
            <a:extLst>
              <a:ext uri="{FF2B5EF4-FFF2-40B4-BE49-F238E27FC236}">
                <a16:creationId xmlns:a16="http://schemas.microsoft.com/office/drawing/2014/main" id="{E8F54DE0-0481-9156-DB44-03D04F33F40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9C9966C-7D4C-14D0-BE99-BF4006AD55E8}"/>
              </a:ext>
            </a:extLst>
          </p:cNvPr>
          <p:cNvSpPr>
            <a:spLocks noGrp="1"/>
          </p:cNvSpPr>
          <p:nvPr>
            <p:ph type="sldNum" sz="quarter" idx="12"/>
          </p:nvPr>
        </p:nvSpPr>
        <p:spPr/>
        <p:txBody>
          <a:bodyPr/>
          <a:lstStyle/>
          <a:p>
            <a:fld id="{A4127FC9-CA37-4057-8383-73B309F372A7}" type="slidenum">
              <a:rPr lang="en-AU" smtClean="0"/>
              <a:t>‹#›</a:t>
            </a:fld>
            <a:endParaRPr lang="en-AU"/>
          </a:p>
        </p:txBody>
      </p:sp>
    </p:spTree>
    <p:extLst>
      <p:ext uri="{BB962C8B-B14F-4D97-AF65-F5344CB8AC3E}">
        <p14:creationId xmlns:p14="http://schemas.microsoft.com/office/powerpoint/2010/main" val="23883195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084A1-B82F-3208-3DC8-ED4EC78B4B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B3FD0C-D7A3-2A5F-5908-685D570B31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591C51F-155C-0006-F63A-D66E7CD8CFDA}"/>
              </a:ext>
            </a:extLst>
          </p:cNvPr>
          <p:cNvSpPr>
            <a:spLocks noGrp="1"/>
          </p:cNvSpPr>
          <p:nvPr>
            <p:ph type="dt" sz="half" idx="10"/>
          </p:nvPr>
        </p:nvSpPr>
        <p:spPr/>
        <p:txBody>
          <a:bodyPr/>
          <a:lstStyle/>
          <a:p>
            <a:fld id="{FDB49A61-C8BC-4475-BD9E-A8DB4421D6BC}" type="datetimeFigureOut">
              <a:rPr lang="en-AU" smtClean="0"/>
              <a:t>25/09/2026</a:t>
            </a:fld>
            <a:endParaRPr lang="en-AU"/>
          </a:p>
        </p:txBody>
      </p:sp>
      <p:sp>
        <p:nvSpPr>
          <p:cNvPr id="5" name="Footer Placeholder 4">
            <a:extLst>
              <a:ext uri="{FF2B5EF4-FFF2-40B4-BE49-F238E27FC236}">
                <a16:creationId xmlns:a16="http://schemas.microsoft.com/office/drawing/2014/main" id="{BB70F02C-152F-5461-F9D5-2906D53F3E9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738F39D-267F-8EC8-EE47-F1957E8F0DAC}"/>
              </a:ext>
            </a:extLst>
          </p:cNvPr>
          <p:cNvSpPr>
            <a:spLocks noGrp="1"/>
          </p:cNvSpPr>
          <p:nvPr>
            <p:ph type="sldNum" sz="quarter" idx="12"/>
          </p:nvPr>
        </p:nvSpPr>
        <p:spPr/>
        <p:txBody>
          <a:bodyPr/>
          <a:lstStyle/>
          <a:p>
            <a:fld id="{A4127FC9-CA37-4057-8383-73B309F372A7}" type="slidenum">
              <a:rPr lang="en-AU" smtClean="0"/>
              <a:t>‹#›</a:t>
            </a:fld>
            <a:endParaRPr lang="en-AU"/>
          </a:p>
        </p:txBody>
      </p:sp>
    </p:spTree>
    <p:extLst>
      <p:ext uri="{BB962C8B-B14F-4D97-AF65-F5344CB8AC3E}">
        <p14:creationId xmlns:p14="http://schemas.microsoft.com/office/powerpoint/2010/main" val="733581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177C5B-3A1A-A733-08B9-9B06D8383D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EFDDB8-33E4-7537-0850-9FA7A3416D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CD29ED-0227-6953-BB74-730E317C42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B49A61-C8BC-4475-BD9E-A8DB4421D6BC}" type="datetimeFigureOut">
              <a:rPr lang="en-AU" smtClean="0"/>
              <a:t>25/09/2026</a:t>
            </a:fld>
            <a:endParaRPr lang="en-AU"/>
          </a:p>
        </p:txBody>
      </p:sp>
      <p:sp>
        <p:nvSpPr>
          <p:cNvPr id="5" name="Footer Placeholder 4">
            <a:extLst>
              <a:ext uri="{FF2B5EF4-FFF2-40B4-BE49-F238E27FC236}">
                <a16:creationId xmlns:a16="http://schemas.microsoft.com/office/drawing/2014/main" id="{29658A0C-3DEE-C402-5539-ADEC1B84E3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24A4C0F1-C01F-48B5-8A85-FAF4A8C767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127FC9-CA37-4057-8383-73B309F372A7}" type="slidenum">
              <a:rPr lang="en-AU" smtClean="0"/>
              <a:t>‹#›</a:t>
            </a:fld>
            <a:endParaRPr lang="en-AU"/>
          </a:p>
        </p:txBody>
      </p:sp>
    </p:spTree>
    <p:extLst>
      <p:ext uri="{BB962C8B-B14F-4D97-AF65-F5344CB8AC3E}">
        <p14:creationId xmlns:p14="http://schemas.microsoft.com/office/powerpoint/2010/main" val="18091742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www.zotero.org/download/" TargetMode="External"/><Relationship Id="rId2" Type="http://schemas.openxmlformats.org/officeDocument/2006/relationships/hyperlink" Target="https://www.library.unsw.edu.au/research/support-for-your-research/managing-references" TargetMode="Externa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8MYWqvrk1Q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0D0AA3F7-8B66-E0F7-513B-16A691034CFC}"/>
              </a:ext>
            </a:extLst>
          </p:cNvPr>
          <p:cNvSpPr>
            <a:spLocks noGrp="1"/>
          </p:cNvSpPr>
          <p:nvPr>
            <p:ph type="body" sz="quarter" idx="10"/>
          </p:nvPr>
        </p:nvSpPr>
        <p:spPr>
          <a:xfrm>
            <a:off x="7063753" y="3258448"/>
            <a:ext cx="4573776" cy="803275"/>
          </a:xfrm>
        </p:spPr>
        <p:txBody>
          <a:bodyPr>
            <a:normAutofit lnSpcReduction="10000"/>
          </a:bodyPr>
          <a:lstStyle/>
          <a:p>
            <a:r>
              <a:rPr lang="en-US" dirty="0"/>
              <a:t>SCIF2001</a:t>
            </a:r>
          </a:p>
        </p:txBody>
      </p:sp>
      <p:sp>
        <p:nvSpPr>
          <p:cNvPr id="10" name="Text Placeholder 2">
            <a:extLst>
              <a:ext uri="{FF2B5EF4-FFF2-40B4-BE49-F238E27FC236}">
                <a16:creationId xmlns:a16="http://schemas.microsoft.com/office/drawing/2014/main" id="{C8D8A071-780D-305E-2202-A6AC85A36BCB}"/>
              </a:ext>
            </a:extLst>
          </p:cNvPr>
          <p:cNvSpPr>
            <a:spLocks noGrp="1"/>
          </p:cNvSpPr>
          <p:nvPr>
            <p:ph type="body" sz="quarter" idx="11"/>
          </p:nvPr>
        </p:nvSpPr>
        <p:spPr>
          <a:xfrm>
            <a:off x="8783782" y="4089983"/>
            <a:ext cx="2853747" cy="457269"/>
          </a:xfrm>
        </p:spPr>
        <p:txBody>
          <a:bodyPr/>
          <a:lstStyle/>
          <a:p>
            <a:r>
              <a:rPr lang="en-US" dirty="0"/>
              <a:t>Week 3</a:t>
            </a:r>
          </a:p>
        </p:txBody>
      </p:sp>
      <p:sp>
        <p:nvSpPr>
          <p:cNvPr id="12" name="Text Placeholder 3">
            <a:extLst>
              <a:ext uri="{FF2B5EF4-FFF2-40B4-BE49-F238E27FC236}">
                <a16:creationId xmlns:a16="http://schemas.microsoft.com/office/drawing/2014/main" id="{FEFDFB96-ABE3-8C86-2EB6-60C420C1B18C}"/>
              </a:ext>
            </a:extLst>
          </p:cNvPr>
          <p:cNvSpPr>
            <a:spLocks noGrp="1"/>
          </p:cNvSpPr>
          <p:nvPr>
            <p:ph type="body" sz="quarter" idx="12"/>
          </p:nvPr>
        </p:nvSpPr>
        <p:spPr>
          <a:xfrm>
            <a:off x="7527636" y="5360012"/>
            <a:ext cx="4109893" cy="457269"/>
          </a:xfrm>
        </p:spPr>
        <p:txBody>
          <a:bodyPr/>
          <a:lstStyle/>
          <a:p>
            <a:endParaRPr lang="en-US"/>
          </a:p>
        </p:txBody>
      </p:sp>
      <p:sp>
        <p:nvSpPr>
          <p:cNvPr id="14" name="Text Placeholder 4">
            <a:extLst>
              <a:ext uri="{FF2B5EF4-FFF2-40B4-BE49-F238E27FC236}">
                <a16:creationId xmlns:a16="http://schemas.microsoft.com/office/drawing/2014/main" id="{E3601067-CF6B-C582-C918-D07F9AF3F4AE}"/>
              </a:ext>
            </a:extLst>
          </p:cNvPr>
          <p:cNvSpPr>
            <a:spLocks noGrp="1"/>
          </p:cNvSpPr>
          <p:nvPr>
            <p:ph type="body" sz="quarter" idx="13"/>
          </p:nvPr>
        </p:nvSpPr>
        <p:spPr>
          <a:xfrm>
            <a:off x="4034672" y="4852757"/>
            <a:ext cx="7602857" cy="457269"/>
          </a:xfrm>
        </p:spPr>
        <p:txBody>
          <a:bodyPr/>
          <a:lstStyle/>
          <a:p>
            <a:r>
              <a:rPr lang="en-US" b="1" dirty="0"/>
              <a:t>How to read papers effectively</a:t>
            </a:r>
            <a:r>
              <a:rPr lang="en-AU" b="1" dirty="0"/>
              <a:t> </a:t>
            </a:r>
            <a:endParaRPr lang="en-US" dirty="0"/>
          </a:p>
        </p:txBody>
      </p:sp>
    </p:spTree>
    <p:extLst>
      <p:ext uri="{BB962C8B-B14F-4D97-AF65-F5344CB8AC3E}">
        <p14:creationId xmlns:p14="http://schemas.microsoft.com/office/powerpoint/2010/main" val="1313592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9F18-4A8B-94FB-28D0-3CCB1B86AF5F}"/>
              </a:ext>
            </a:extLst>
          </p:cNvPr>
          <p:cNvSpPr>
            <a:spLocks noGrp="1"/>
          </p:cNvSpPr>
          <p:nvPr>
            <p:ph type="title"/>
          </p:nvPr>
        </p:nvSpPr>
        <p:spPr/>
        <p:txBody>
          <a:bodyPr/>
          <a:lstStyle/>
          <a:p>
            <a:r>
              <a:rPr lang="en-AU" dirty="0"/>
              <a:t>Objectives</a:t>
            </a:r>
          </a:p>
        </p:txBody>
      </p:sp>
      <p:graphicFrame>
        <p:nvGraphicFramePr>
          <p:cNvPr id="4" name="Content Placeholder 6">
            <a:extLst>
              <a:ext uri="{FF2B5EF4-FFF2-40B4-BE49-F238E27FC236}">
                <a16:creationId xmlns:a16="http://schemas.microsoft.com/office/drawing/2014/main" id="{1B5B7AFE-5F80-3346-773F-A35796DAD6CC}"/>
              </a:ext>
            </a:extLst>
          </p:cNvPr>
          <p:cNvGraphicFramePr>
            <a:graphicFrameLocks noGrp="1"/>
          </p:cNvGraphicFramePr>
          <p:nvPr>
            <p:ph idx="1"/>
            <p:extLst>
              <p:ext uri="{D42A27DB-BD31-4B8C-83A1-F6EECF244321}">
                <p14:modId xmlns:p14="http://schemas.microsoft.com/office/powerpoint/2010/main" val="285619112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6455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5692E-9FAB-3647-4467-59566472B5C6}"/>
              </a:ext>
            </a:extLst>
          </p:cNvPr>
          <p:cNvSpPr>
            <a:spLocks noGrp="1"/>
          </p:cNvSpPr>
          <p:nvPr>
            <p:ph type="title"/>
          </p:nvPr>
        </p:nvSpPr>
        <p:spPr/>
        <p:txBody>
          <a:bodyPr/>
          <a:lstStyle/>
          <a:p>
            <a:r>
              <a:rPr lang="en-AU" dirty="0"/>
              <a:t>How do you find research papers? </a:t>
            </a:r>
          </a:p>
        </p:txBody>
      </p:sp>
      <p:sp>
        <p:nvSpPr>
          <p:cNvPr id="3" name="Content Placeholder 2">
            <a:extLst>
              <a:ext uri="{FF2B5EF4-FFF2-40B4-BE49-F238E27FC236}">
                <a16:creationId xmlns:a16="http://schemas.microsoft.com/office/drawing/2014/main" id="{4016E91A-16AA-CA41-9740-CD9BB570793F}"/>
              </a:ext>
            </a:extLst>
          </p:cNvPr>
          <p:cNvSpPr>
            <a:spLocks noGrp="1"/>
          </p:cNvSpPr>
          <p:nvPr>
            <p:ph idx="1"/>
          </p:nvPr>
        </p:nvSpPr>
        <p:spPr/>
        <p:txBody>
          <a:bodyPr/>
          <a:lstStyle/>
          <a:p>
            <a:r>
              <a:rPr lang="en-AU" dirty="0"/>
              <a:t>Recap</a:t>
            </a:r>
          </a:p>
          <a:p>
            <a:r>
              <a:rPr lang="en-AU" dirty="0"/>
              <a:t>Use a poll to get students to answer</a:t>
            </a:r>
          </a:p>
          <a:p>
            <a:pPr lvl="1"/>
            <a:r>
              <a:rPr lang="en-AU" dirty="0"/>
              <a:t>Choose a database</a:t>
            </a:r>
          </a:p>
          <a:p>
            <a:pPr lvl="1"/>
            <a:r>
              <a:rPr lang="en-AU" dirty="0"/>
              <a:t>Use key words to narrow down your list of papers to &lt; 50</a:t>
            </a:r>
          </a:p>
          <a:p>
            <a:pPr lvl="1"/>
            <a:endParaRPr lang="en-AU" dirty="0"/>
          </a:p>
          <a:p>
            <a:endParaRPr lang="en-AU" dirty="0"/>
          </a:p>
        </p:txBody>
      </p:sp>
    </p:spTree>
    <p:extLst>
      <p:ext uri="{BB962C8B-B14F-4D97-AF65-F5344CB8AC3E}">
        <p14:creationId xmlns:p14="http://schemas.microsoft.com/office/powerpoint/2010/main" val="52541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794D8-BBEE-94C3-C757-C341FBDB9FF9}"/>
              </a:ext>
            </a:extLst>
          </p:cNvPr>
          <p:cNvSpPr>
            <a:spLocks noGrp="1"/>
          </p:cNvSpPr>
          <p:nvPr>
            <p:ph type="title"/>
          </p:nvPr>
        </p:nvSpPr>
        <p:spPr>
          <a:xfrm>
            <a:off x="838199" y="365125"/>
            <a:ext cx="10810461" cy="1325563"/>
          </a:xfrm>
        </p:spPr>
        <p:txBody>
          <a:bodyPr>
            <a:normAutofit/>
          </a:bodyPr>
          <a:lstStyle/>
          <a:p>
            <a:r>
              <a:rPr lang="en-AU" sz="4000" dirty="0"/>
              <a:t>Research Roadmap – assessment structure</a:t>
            </a:r>
          </a:p>
        </p:txBody>
      </p:sp>
      <p:graphicFrame>
        <p:nvGraphicFramePr>
          <p:cNvPr id="4" name="Content Placeholder 3">
            <a:extLst>
              <a:ext uri="{FF2B5EF4-FFF2-40B4-BE49-F238E27FC236}">
                <a16:creationId xmlns:a16="http://schemas.microsoft.com/office/drawing/2014/main" id="{3AA5BB2B-9A99-D81A-3947-74B4C67E41ED}"/>
              </a:ext>
            </a:extLst>
          </p:cNvPr>
          <p:cNvGraphicFramePr>
            <a:graphicFrameLocks noGrp="1"/>
          </p:cNvGraphicFramePr>
          <p:nvPr>
            <p:ph idx="1"/>
            <p:extLst>
              <p:ext uri="{D42A27DB-BD31-4B8C-83A1-F6EECF244321}">
                <p14:modId xmlns:p14="http://schemas.microsoft.com/office/powerpoint/2010/main" val="1662393997"/>
              </p:ext>
            </p:extLst>
          </p:nvPr>
        </p:nvGraphicFramePr>
        <p:xfrm>
          <a:off x="838200" y="3839151"/>
          <a:ext cx="10515600" cy="28572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EE2DFD2B-73C5-45B7-154C-E4F80648CAD4}"/>
              </a:ext>
            </a:extLst>
          </p:cNvPr>
          <p:cNvPicPr>
            <a:picLocks noChangeAspect="1"/>
          </p:cNvPicPr>
          <p:nvPr/>
        </p:nvPicPr>
        <p:blipFill>
          <a:blip r:embed="rId7"/>
          <a:stretch>
            <a:fillRect/>
          </a:stretch>
        </p:blipFill>
        <p:spPr>
          <a:xfrm>
            <a:off x="1200728" y="1810758"/>
            <a:ext cx="5298659" cy="2028393"/>
          </a:xfrm>
          <a:prstGeom prst="rect">
            <a:avLst/>
          </a:prstGeom>
        </p:spPr>
      </p:pic>
      <p:sp>
        <p:nvSpPr>
          <p:cNvPr id="8" name="Oval 7">
            <a:extLst>
              <a:ext uri="{FF2B5EF4-FFF2-40B4-BE49-F238E27FC236}">
                <a16:creationId xmlns:a16="http://schemas.microsoft.com/office/drawing/2014/main" id="{32B4BAB1-F809-E0BD-4F73-9A28AD8C40DF}"/>
              </a:ext>
            </a:extLst>
          </p:cNvPr>
          <p:cNvSpPr/>
          <p:nvPr/>
        </p:nvSpPr>
        <p:spPr>
          <a:xfrm>
            <a:off x="1487055" y="1496793"/>
            <a:ext cx="3205018" cy="1325563"/>
          </a:xfrm>
          <a:prstGeom prst="ellipse">
            <a:avLst/>
          </a:prstGeom>
          <a:noFill/>
          <a:ln w="762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C1CFF1EB-83AD-F4FB-3B21-FA951DDB27D2}"/>
              </a:ext>
            </a:extLst>
          </p:cNvPr>
          <p:cNvSpPr/>
          <p:nvPr/>
        </p:nvSpPr>
        <p:spPr>
          <a:xfrm>
            <a:off x="821742" y="2475345"/>
            <a:ext cx="850040" cy="2207491"/>
          </a:xfrm>
          <a:custGeom>
            <a:avLst/>
            <a:gdLst>
              <a:gd name="csX0" fmla="*/ 850040 w 850040"/>
              <a:gd name="csY0" fmla="*/ 0 h 2244437"/>
              <a:gd name="csX1" fmla="*/ 18767 w 850040"/>
              <a:gd name="csY1" fmla="*/ 868219 h 2244437"/>
              <a:gd name="csX2" fmla="*/ 351276 w 850040"/>
              <a:gd name="csY2" fmla="*/ 2244437 h 2244437"/>
            </a:gdLst>
            <a:ahLst/>
            <a:cxnLst>
              <a:cxn ang="0">
                <a:pos x="csX0" y="csY0"/>
              </a:cxn>
              <a:cxn ang="0">
                <a:pos x="csX1" y="csY1"/>
              </a:cxn>
              <a:cxn ang="0">
                <a:pos x="csX2" y="csY2"/>
              </a:cxn>
            </a:cxnLst>
            <a:rect l="l" t="t" r="r" b="b"/>
            <a:pathLst>
              <a:path w="850040" h="2244437">
                <a:moveTo>
                  <a:pt x="850040" y="0"/>
                </a:moveTo>
                <a:cubicBezTo>
                  <a:pt x="475967" y="247073"/>
                  <a:pt x="101894" y="494146"/>
                  <a:pt x="18767" y="868219"/>
                </a:cubicBezTo>
                <a:cubicBezTo>
                  <a:pt x="-64360" y="1242292"/>
                  <a:pt x="143458" y="1743364"/>
                  <a:pt x="351276" y="2244437"/>
                </a:cubicBezTo>
              </a:path>
            </a:pathLst>
          </a:custGeom>
          <a:ln w="762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AU"/>
          </a:p>
        </p:txBody>
      </p:sp>
    </p:spTree>
    <p:extLst>
      <p:ext uri="{BB962C8B-B14F-4D97-AF65-F5344CB8AC3E}">
        <p14:creationId xmlns:p14="http://schemas.microsoft.com/office/powerpoint/2010/main" val="2337292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15CED-1C9D-0BD6-2B15-47A25FA732EC}"/>
              </a:ext>
            </a:extLst>
          </p:cNvPr>
          <p:cNvSpPr>
            <a:spLocks noGrp="1"/>
          </p:cNvSpPr>
          <p:nvPr>
            <p:ph type="title"/>
          </p:nvPr>
        </p:nvSpPr>
        <p:spPr>
          <a:xfrm>
            <a:off x="838201" y="717475"/>
            <a:ext cx="5174973" cy="3367507"/>
          </a:xfrm>
        </p:spPr>
        <p:txBody>
          <a:bodyPr>
            <a:normAutofit fontScale="90000"/>
          </a:bodyPr>
          <a:lstStyle/>
          <a:p>
            <a:r>
              <a:rPr lang="en-AU" dirty="0"/>
              <a:t>Anonymous poll:</a:t>
            </a:r>
            <a:br>
              <a:rPr lang="en-AU" dirty="0"/>
            </a:br>
            <a:br>
              <a:rPr lang="en-AU" dirty="0"/>
            </a:br>
            <a:r>
              <a:rPr lang="en-AU" dirty="0"/>
              <a:t>Pros and cons of using Generative AI for your </a:t>
            </a:r>
            <a:br>
              <a:rPr lang="en-AU" dirty="0"/>
            </a:br>
            <a:r>
              <a:rPr lang="en-AU" b="1" dirty="0"/>
              <a:t>Research Roadmap</a:t>
            </a:r>
            <a:endParaRPr lang="en-US" b="1" dirty="0"/>
          </a:p>
        </p:txBody>
      </p:sp>
      <p:pic>
        <p:nvPicPr>
          <p:cNvPr id="4" name="Picture 3">
            <a:extLst>
              <a:ext uri="{FF2B5EF4-FFF2-40B4-BE49-F238E27FC236}">
                <a16:creationId xmlns:a16="http://schemas.microsoft.com/office/drawing/2014/main" id="{F208AC7A-49A8-D14A-454C-5E122BE27A89}"/>
              </a:ext>
            </a:extLst>
          </p:cNvPr>
          <p:cNvPicPr>
            <a:picLocks noChangeAspect="1"/>
          </p:cNvPicPr>
          <p:nvPr/>
        </p:nvPicPr>
        <p:blipFill>
          <a:blip r:embed="rId2"/>
          <a:stretch>
            <a:fillRect/>
          </a:stretch>
        </p:blipFill>
        <p:spPr>
          <a:xfrm>
            <a:off x="6810375" y="1146175"/>
            <a:ext cx="4667250" cy="4667250"/>
          </a:xfrm>
          <a:prstGeom prst="rect">
            <a:avLst/>
          </a:prstGeom>
        </p:spPr>
      </p:pic>
    </p:spTree>
    <p:extLst>
      <p:ext uri="{BB962C8B-B14F-4D97-AF65-F5344CB8AC3E}">
        <p14:creationId xmlns:p14="http://schemas.microsoft.com/office/powerpoint/2010/main" val="3222811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9DDF6-2409-DCF0-AB21-48328648E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C69C7-1B2D-CCFD-090E-5B8DE8BEA9DD}"/>
              </a:ext>
            </a:extLst>
          </p:cNvPr>
          <p:cNvSpPr>
            <a:spLocks noGrp="1"/>
          </p:cNvSpPr>
          <p:nvPr>
            <p:ph type="title"/>
          </p:nvPr>
        </p:nvSpPr>
        <p:spPr>
          <a:xfrm>
            <a:off x="788505" y="468997"/>
            <a:ext cx="10226336" cy="1180899"/>
          </a:xfrm>
        </p:spPr>
        <p:txBody>
          <a:bodyPr>
            <a:normAutofit/>
          </a:bodyPr>
          <a:lstStyle/>
          <a:p>
            <a:r>
              <a:rPr lang="en-AU" dirty="0"/>
              <a:t>Generative AI - language models</a:t>
            </a:r>
            <a:endParaRPr lang="en-US" dirty="0"/>
          </a:p>
        </p:txBody>
      </p:sp>
      <p:graphicFrame>
        <p:nvGraphicFramePr>
          <p:cNvPr id="4" name="Content Placeholder 3">
            <a:extLst>
              <a:ext uri="{FF2B5EF4-FFF2-40B4-BE49-F238E27FC236}">
                <a16:creationId xmlns:a16="http://schemas.microsoft.com/office/drawing/2014/main" id="{4C5A983E-A6F5-1825-1832-6BA8F1652739}"/>
              </a:ext>
            </a:extLst>
          </p:cNvPr>
          <p:cNvGraphicFramePr>
            <a:graphicFrameLocks noGrp="1"/>
          </p:cNvGraphicFramePr>
          <p:nvPr>
            <p:ph idx="1"/>
            <p:extLst>
              <p:ext uri="{D42A27DB-BD31-4B8C-83A1-F6EECF244321}">
                <p14:modId xmlns:p14="http://schemas.microsoft.com/office/powerpoint/2010/main" val="1534104186"/>
              </p:ext>
            </p:extLst>
          </p:nvPr>
        </p:nvGraphicFramePr>
        <p:xfrm>
          <a:off x="934278" y="1059446"/>
          <a:ext cx="10585173" cy="55659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307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66E2A-D7AA-F844-B192-2F5642CD3CF7}"/>
              </a:ext>
            </a:extLst>
          </p:cNvPr>
          <p:cNvSpPr>
            <a:spLocks noGrp="1"/>
          </p:cNvSpPr>
          <p:nvPr>
            <p:ph type="title"/>
          </p:nvPr>
        </p:nvSpPr>
        <p:spPr>
          <a:xfrm>
            <a:off x="838200" y="406717"/>
            <a:ext cx="5146040" cy="3880803"/>
          </a:xfrm>
        </p:spPr>
        <p:txBody>
          <a:bodyPr>
            <a:noAutofit/>
          </a:bodyPr>
          <a:lstStyle/>
          <a:p>
            <a:r>
              <a:rPr lang="en-US" sz="3600" dirty="0"/>
              <a:t>Why will you need to read research articles for your project?</a:t>
            </a:r>
          </a:p>
        </p:txBody>
      </p:sp>
      <p:sp>
        <p:nvSpPr>
          <p:cNvPr id="3" name="Content Placeholder 2">
            <a:extLst>
              <a:ext uri="{FF2B5EF4-FFF2-40B4-BE49-F238E27FC236}">
                <a16:creationId xmlns:a16="http://schemas.microsoft.com/office/drawing/2014/main" id="{B443A659-69A7-6321-8455-A8A6B0BF21F7}"/>
              </a:ext>
            </a:extLst>
          </p:cNvPr>
          <p:cNvSpPr>
            <a:spLocks noGrp="1"/>
          </p:cNvSpPr>
          <p:nvPr>
            <p:ph idx="1"/>
          </p:nvPr>
        </p:nvSpPr>
        <p:spPr>
          <a:xfrm>
            <a:off x="838200" y="3708400"/>
            <a:ext cx="10515600" cy="2468562"/>
          </a:xfrm>
        </p:spPr>
        <p:txBody>
          <a:bodyPr/>
          <a:lstStyle/>
          <a:p>
            <a:r>
              <a:rPr lang="en-US" dirty="0"/>
              <a:t>Assessment 1: Research Roadmap</a:t>
            </a:r>
          </a:p>
          <a:p>
            <a:endParaRPr lang="en-US" dirty="0"/>
          </a:p>
          <a:p>
            <a:r>
              <a:rPr lang="en-US" dirty="0"/>
              <a:t>Answer the poll in a short sentence</a:t>
            </a:r>
          </a:p>
          <a:p>
            <a:r>
              <a:rPr lang="en-US" dirty="0"/>
              <a:t>You may have briefly covered this in your last workshop!</a:t>
            </a:r>
          </a:p>
          <a:p>
            <a:endParaRPr lang="en-US" dirty="0"/>
          </a:p>
        </p:txBody>
      </p:sp>
    </p:spTree>
    <p:extLst>
      <p:ext uri="{BB962C8B-B14F-4D97-AF65-F5344CB8AC3E}">
        <p14:creationId xmlns:p14="http://schemas.microsoft.com/office/powerpoint/2010/main" val="3875506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E6E93-765E-EAE9-71A4-808524A463AC}"/>
              </a:ext>
            </a:extLst>
          </p:cNvPr>
          <p:cNvSpPr>
            <a:spLocks noGrp="1"/>
          </p:cNvSpPr>
          <p:nvPr>
            <p:ph type="title"/>
          </p:nvPr>
        </p:nvSpPr>
        <p:spPr/>
        <p:txBody>
          <a:bodyPr/>
          <a:lstStyle/>
          <a:p>
            <a:r>
              <a:rPr lang="en-US" dirty="0"/>
              <a:t>Why use referencing software?</a:t>
            </a:r>
          </a:p>
        </p:txBody>
      </p:sp>
      <p:sp>
        <p:nvSpPr>
          <p:cNvPr id="3" name="Content Placeholder 2">
            <a:extLst>
              <a:ext uri="{FF2B5EF4-FFF2-40B4-BE49-F238E27FC236}">
                <a16:creationId xmlns:a16="http://schemas.microsoft.com/office/drawing/2014/main" id="{7D68ECCF-98D5-E1C5-3B98-9B9DA18572F7}"/>
              </a:ext>
            </a:extLst>
          </p:cNvPr>
          <p:cNvSpPr>
            <a:spLocks noGrp="1"/>
          </p:cNvSpPr>
          <p:nvPr>
            <p:ph idx="1"/>
          </p:nvPr>
        </p:nvSpPr>
        <p:spPr>
          <a:xfrm>
            <a:off x="4979894" y="2070846"/>
            <a:ext cx="6373906" cy="2683014"/>
          </a:xfrm>
        </p:spPr>
        <p:txBody>
          <a:bodyPr>
            <a:normAutofit fontScale="92500" lnSpcReduction="10000"/>
          </a:bodyPr>
          <a:lstStyle/>
          <a:p>
            <a:r>
              <a:rPr lang="en-US" dirty="0"/>
              <a:t>How do you keep all of that info in your head? </a:t>
            </a:r>
          </a:p>
          <a:p>
            <a:pPr lvl="1"/>
            <a:r>
              <a:rPr lang="en-US" dirty="0">
                <a:sym typeface="Wingdings" pitchFamily="2" charset="2"/>
              </a:rPr>
              <a:t>In Hons, postgrad, you may cite ~100-600! </a:t>
            </a:r>
          </a:p>
          <a:p>
            <a:r>
              <a:rPr lang="en-US" dirty="0"/>
              <a:t>You can’t! </a:t>
            </a:r>
            <a:r>
              <a:rPr lang="en-US" dirty="0">
                <a:sym typeface="Wingdings" pitchFamily="2" charset="2"/>
              </a:rPr>
              <a:t> EndNote, Zotero or other referencing/note software</a:t>
            </a:r>
          </a:p>
          <a:p>
            <a:r>
              <a:rPr lang="en-US" dirty="0">
                <a:sym typeface="Wingdings" pitchFamily="2" charset="2"/>
              </a:rPr>
              <a:t>Bonus - your reference list will be automatically created</a:t>
            </a:r>
          </a:p>
        </p:txBody>
      </p:sp>
      <p:pic>
        <p:nvPicPr>
          <p:cNvPr id="4" name="Picture 3">
            <a:extLst>
              <a:ext uri="{FF2B5EF4-FFF2-40B4-BE49-F238E27FC236}">
                <a16:creationId xmlns:a16="http://schemas.microsoft.com/office/drawing/2014/main" id="{00D218B4-7155-145B-E411-8FF11EBFE4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2426" y="4642281"/>
            <a:ext cx="2752165" cy="1850594"/>
          </a:xfrm>
          <a:prstGeom prst="rect">
            <a:avLst/>
          </a:prstGeom>
        </p:spPr>
      </p:pic>
      <p:graphicFrame>
        <p:nvGraphicFramePr>
          <p:cNvPr id="7" name="Diagram 6">
            <a:extLst>
              <a:ext uri="{FF2B5EF4-FFF2-40B4-BE49-F238E27FC236}">
                <a16:creationId xmlns:a16="http://schemas.microsoft.com/office/drawing/2014/main" id="{95A190EE-2C4E-FA0C-7532-DD4C2A6343C0}"/>
              </a:ext>
            </a:extLst>
          </p:cNvPr>
          <p:cNvGraphicFramePr/>
          <p:nvPr>
            <p:extLst>
              <p:ext uri="{D42A27DB-BD31-4B8C-83A1-F6EECF244321}">
                <p14:modId xmlns:p14="http://schemas.microsoft.com/office/powerpoint/2010/main" val="2779426976"/>
              </p:ext>
            </p:extLst>
          </p:nvPr>
        </p:nvGraphicFramePr>
        <p:xfrm>
          <a:off x="458104" y="1511861"/>
          <a:ext cx="4190999" cy="44868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Content Placeholder 2">
            <a:extLst>
              <a:ext uri="{FF2B5EF4-FFF2-40B4-BE49-F238E27FC236}">
                <a16:creationId xmlns:a16="http://schemas.microsoft.com/office/drawing/2014/main" id="{31FB99BF-6CD5-6F61-884A-7601B184AEA1}"/>
              </a:ext>
            </a:extLst>
          </p:cNvPr>
          <p:cNvSpPr txBox="1">
            <a:spLocks/>
          </p:cNvSpPr>
          <p:nvPr/>
        </p:nvSpPr>
        <p:spPr>
          <a:xfrm>
            <a:off x="7395883" y="5307106"/>
            <a:ext cx="1797874" cy="84560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ym typeface="Wingdings" pitchFamily="2" charset="2"/>
              </a:rPr>
              <a:t>From your Roadmap rubric:</a:t>
            </a:r>
          </a:p>
        </p:txBody>
      </p:sp>
    </p:spTree>
    <p:extLst>
      <p:ext uri="{BB962C8B-B14F-4D97-AF65-F5344CB8AC3E}">
        <p14:creationId xmlns:p14="http://schemas.microsoft.com/office/powerpoint/2010/main" val="3523972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04058-B865-23E1-DCB6-FA6D3F330F5E}"/>
              </a:ext>
            </a:extLst>
          </p:cNvPr>
          <p:cNvSpPr>
            <a:spLocks noGrp="1"/>
          </p:cNvSpPr>
          <p:nvPr>
            <p:ph type="title"/>
          </p:nvPr>
        </p:nvSpPr>
        <p:spPr>
          <a:xfrm>
            <a:off x="701077" y="587330"/>
            <a:ext cx="7032813" cy="1263742"/>
          </a:xfrm>
        </p:spPr>
        <p:txBody>
          <a:bodyPr>
            <a:normAutofit/>
          </a:bodyPr>
          <a:lstStyle/>
          <a:p>
            <a:r>
              <a:rPr lang="en-US" sz="3600" dirty="0"/>
              <a:t>Download referencing software – a demonstration</a:t>
            </a:r>
          </a:p>
        </p:txBody>
      </p:sp>
      <p:sp>
        <p:nvSpPr>
          <p:cNvPr id="3" name="Content Placeholder 2">
            <a:extLst>
              <a:ext uri="{FF2B5EF4-FFF2-40B4-BE49-F238E27FC236}">
                <a16:creationId xmlns:a16="http://schemas.microsoft.com/office/drawing/2014/main" id="{985D1033-090C-8263-0F27-F5A53DC7BDDE}"/>
              </a:ext>
            </a:extLst>
          </p:cNvPr>
          <p:cNvSpPr>
            <a:spLocks noGrp="1"/>
          </p:cNvSpPr>
          <p:nvPr>
            <p:ph idx="1"/>
          </p:nvPr>
        </p:nvSpPr>
        <p:spPr>
          <a:xfrm>
            <a:off x="838200" y="2142565"/>
            <a:ext cx="7032812" cy="4034398"/>
          </a:xfrm>
        </p:spPr>
        <p:txBody>
          <a:bodyPr>
            <a:normAutofit lnSpcReduction="10000"/>
          </a:bodyPr>
          <a:lstStyle/>
          <a:p>
            <a:pPr marL="457200" indent="-457200">
              <a:buFont typeface="+mj-lt"/>
              <a:buAutoNum type="arabicPeriod"/>
            </a:pPr>
            <a:r>
              <a:rPr lang="en-US" sz="2400" dirty="0"/>
              <a:t>Download a Zotero from </a:t>
            </a:r>
            <a:r>
              <a:rPr lang="en-US" sz="2400" dirty="0">
                <a:hlinkClick r:id="rId2"/>
              </a:rPr>
              <a:t>UNSW referencing software </a:t>
            </a:r>
            <a:endParaRPr lang="en-US" sz="2400" dirty="0"/>
          </a:p>
          <a:p>
            <a:pPr marL="914400" lvl="1" indent="-457200">
              <a:buFont typeface="+mj-lt"/>
              <a:buAutoNum type="alphaLcParenR"/>
            </a:pPr>
            <a:r>
              <a:rPr lang="en-US" sz="2000" dirty="0"/>
              <a:t>You can also use EndNote if you prefer! But this workshop will focus on Zotero</a:t>
            </a:r>
          </a:p>
          <a:p>
            <a:pPr marL="914400" lvl="1" indent="-457200">
              <a:buFont typeface="+mj-lt"/>
              <a:buAutoNum type="alphaLcParenR"/>
            </a:pPr>
            <a:endParaRPr lang="en-US" sz="2000" dirty="0"/>
          </a:p>
          <a:p>
            <a:pPr marL="457200" indent="-457200">
              <a:buFont typeface="+mj-lt"/>
              <a:buAutoNum type="arabicPeriod"/>
            </a:pPr>
            <a:r>
              <a:rPr lang="en-US" sz="2400" dirty="0"/>
              <a:t>Create folder called SCIF2001. </a:t>
            </a:r>
            <a:r>
              <a:rPr lang="en-AU" sz="2400" dirty="0"/>
              <a:t>Click the “New Collection…” button above the left pane </a:t>
            </a:r>
            <a:endParaRPr lang="en-US" sz="2400" dirty="0"/>
          </a:p>
          <a:p>
            <a:pPr marL="914400" lvl="1" indent="-457200">
              <a:buFont typeface="+mj-lt"/>
              <a:buAutoNum type="alphaLcParenR"/>
            </a:pPr>
            <a:r>
              <a:rPr lang="en-US" sz="2000" dirty="0"/>
              <a:t>Add a subcollection called “.to read” </a:t>
            </a:r>
          </a:p>
          <a:p>
            <a:pPr marL="914400" lvl="1" indent="-457200">
              <a:buFont typeface="+mj-lt"/>
              <a:buAutoNum type="alphaLcParenR"/>
            </a:pPr>
            <a:r>
              <a:rPr lang="en-US" sz="2000" dirty="0"/>
              <a:t>Add another subcollection called “.maybe later”</a:t>
            </a:r>
          </a:p>
          <a:p>
            <a:pPr marL="914400" lvl="1" indent="-457200">
              <a:buFont typeface="+mj-lt"/>
              <a:buAutoNum type="alphaLcParenR"/>
            </a:pPr>
            <a:r>
              <a:rPr lang="en-US" sz="2000" dirty="0"/>
              <a:t> (the “.” keeps it at the top of your list, not a typo)</a:t>
            </a:r>
          </a:p>
          <a:p>
            <a:pPr marL="914400" lvl="1" indent="-457200">
              <a:buFont typeface="+mj-lt"/>
              <a:buAutoNum type="alphaLcParenR"/>
            </a:pPr>
            <a:endParaRPr lang="en-US" sz="2000" dirty="0"/>
          </a:p>
          <a:p>
            <a:pPr marL="457200" indent="-457200">
              <a:buFont typeface="+mj-lt"/>
              <a:buAutoNum type="arabicPeriod"/>
            </a:pPr>
            <a:r>
              <a:rPr lang="en-US" sz="2400" dirty="0"/>
              <a:t>Download a </a:t>
            </a:r>
            <a:r>
              <a:rPr lang="en-US" sz="2400" dirty="0">
                <a:hlinkClick r:id="rId3"/>
              </a:rPr>
              <a:t>Zotero Connector</a:t>
            </a:r>
            <a:r>
              <a:rPr lang="en-US" sz="2400" dirty="0"/>
              <a:t> for your browser</a:t>
            </a:r>
            <a:endParaRPr lang="en-US" dirty="0"/>
          </a:p>
        </p:txBody>
      </p:sp>
      <p:pic>
        <p:nvPicPr>
          <p:cNvPr id="5" name="Picture 4">
            <a:extLst>
              <a:ext uri="{FF2B5EF4-FFF2-40B4-BE49-F238E27FC236}">
                <a16:creationId xmlns:a16="http://schemas.microsoft.com/office/drawing/2014/main" id="{84A18D4E-B4E7-96F9-6799-3D8F5CF79C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2000" y="1676781"/>
            <a:ext cx="3903133" cy="4382978"/>
          </a:xfrm>
          <a:prstGeom prst="rect">
            <a:avLst/>
          </a:prstGeom>
        </p:spPr>
      </p:pic>
      <p:pic>
        <p:nvPicPr>
          <p:cNvPr id="7" name="Picture 6">
            <a:extLst>
              <a:ext uri="{FF2B5EF4-FFF2-40B4-BE49-F238E27FC236}">
                <a16:creationId xmlns:a16="http://schemas.microsoft.com/office/drawing/2014/main" id="{5B726FD4-C3BE-2C95-49A0-8F85C4D26749}"/>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723727" y="3956564"/>
            <a:ext cx="406400" cy="406400"/>
          </a:xfrm>
          <a:prstGeom prst="rect">
            <a:avLst/>
          </a:prstGeom>
        </p:spPr>
      </p:pic>
      <p:pic>
        <p:nvPicPr>
          <p:cNvPr id="8" name="Picture 7" descr="Zotero screenshot">
            <a:extLst>
              <a:ext uri="{FF2B5EF4-FFF2-40B4-BE49-F238E27FC236}">
                <a16:creationId xmlns:a16="http://schemas.microsoft.com/office/drawing/2014/main" id="{962BD057-32CE-346E-DA7B-B3C245CB9D13}"/>
              </a:ext>
            </a:extLst>
          </p:cNvPr>
          <p:cNvPicPr>
            <a:picLocks noChangeAspect="1"/>
          </p:cNvPicPr>
          <p:nvPr/>
        </p:nvPicPr>
        <p:blipFill>
          <a:blip r:embed="rId6"/>
          <a:srcRect r="74601" b="1224"/>
          <a:stretch>
            <a:fillRect/>
          </a:stretch>
        </p:blipFill>
        <p:spPr>
          <a:xfrm>
            <a:off x="9108657" y="451631"/>
            <a:ext cx="2382266" cy="6026777"/>
          </a:xfrm>
          <a:prstGeom prst="rect">
            <a:avLst/>
          </a:prstGeom>
        </p:spPr>
      </p:pic>
      <p:sp>
        <p:nvSpPr>
          <p:cNvPr id="9" name="Oval 8">
            <a:extLst>
              <a:ext uri="{FF2B5EF4-FFF2-40B4-BE49-F238E27FC236}">
                <a16:creationId xmlns:a16="http://schemas.microsoft.com/office/drawing/2014/main" id="{4A89570E-E520-B427-C688-1A6D65F1D0EA}"/>
              </a:ext>
            </a:extLst>
          </p:cNvPr>
          <p:cNvSpPr/>
          <p:nvPr/>
        </p:nvSpPr>
        <p:spPr>
          <a:xfrm>
            <a:off x="8913443" y="645459"/>
            <a:ext cx="649203" cy="573742"/>
          </a:xfrm>
          <a:prstGeom prst="ellipse">
            <a:avLst/>
          </a:prstGeom>
          <a:noFill/>
          <a:ln w="762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A6ACAFD4-1274-A533-9192-329534D39C2B}"/>
              </a:ext>
            </a:extLst>
          </p:cNvPr>
          <p:cNvSpPr/>
          <p:nvPr/>
        </p:nvSpPr>
        <p:spPr>
          <a:xfrm rot="2794178" flipH="1">
            <a:off x="7807069" y="1187707"/>
            <a:ext cx="1429560" cy="3523362"/>
          </a:xfrm>
          <a:custGeom>
            <a:avLst/>
            <a:gdLst>
              <a:gd name="csX0" fmla="*/ 850040 w 850040"/>
              <a:gd name="csY0" fmla="*/ 0 h 2244437"/>
              <a:gd name="csX1" fmla="*/ 18767 w 850040"/>
              <a:gd name="csY1" fmla="*/ 868219 h 2244437"/>
              <a:gd name="csX2" fmla="*/ 351276 w 850040"/>
              <a:gd name="csY2" fmla="*/ 2244437 h 2244437"/>
            </a:gdLst>
            <a:ahLst/>
            <a:cxnLst>
              <a:cxn ang="0">
                <a:pos x="csX0" y="csY0"/>
              </a:cxn>
              <a:cxn ang="0">
                <a:pos x="csX1" y="csY1"/>
              </a:cxn>
              <a:cxn ang="0">
                <a:pos x="csX2" y="csY2"/>
              </a:cxn>
            </a:cxnLst>
            <a:rect l="l" t="t" r="r" b="b"/>
            <a:pathLst>
              <a:path w="850040" h="2244437">
                <a:moveTo>
                  <a:pt x="850040" y="0"/>
                </a:moveTo>
                <a:cubicBezTo>
                  <a:pt x="475967" y="247073"/>
                  <a:pt x="101894" y="494146"/>
                  <a:pt x="18767" y="868219"/>
                </a:cubicBezTo>
                <a:cubicBezTo>
                  <a:pt x="-64360" y="1242292"/>
                  <a:pt x="143458" y="1743364"/>
                  <a:pt x="351276" y="2244437"/>
                </a:cubicBezTo>
              </a:path>
            </a:pathLst>
          </a:custGeom>
          <a:ln w="762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AU"/>
          </a:p>
        </p:txBody>
      </p:sp>
    </p:spTree>
    <p:extLst>
      <p:ext uri="{BB962C8B-B14F-4D97-AF65-F5344CB8AC3E}">
        <p14:creationId xmlns:p14="http://schemas.microsoft.com/office/powerpoint/2010/main" val="2418225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44DB1-1839-2311-0C1E-45B7F325928B}"/>
              </a:ext>
            </a:extLst>
          </p:cNvPr>
          <p:cNvSpPr>
            <a:spLocks noGrp="1"/>
          </p:cNvSpPr>
          <p:nvPr>
            <p:ph type="title"/>
          </p:nvPr>
        </p:nvSpPr>
        <p:spPr/>
        <p:txBody>
          <a:bodyPr/>
          <a:lstStyle/>
          <a:p>
            <a:r>
              <a:rPr lang="en-AU" dirty="0"/>
              <a:t>Downloading papers – a demonstration</a:t>
            </a:r>
          </a:p>
        </p:txBody>
      </p:sp>
      <p:sp>
        <p:nvSpPr>
          <p:cNvPr id="3" name="Content Placeholder 2">
            <a:extLst>
              <a:ext uri="{FF2B5EF4-FFF2-40B4-BE49-F238E27FC236}">
                <a16:creationId xmlns:a16="http://schemas.microsoft.com/office/drawing/2014/main" id="{3880BAF4-B830-9079-0F7C-D92E1B42BAC2}"/>
              </a:ext>
            </a:extLst>
          </p:cNvPr>
          <p:cNvSpPr>
            <a:spLocks noGrp="1"/>
          </p:cNvSpPr>
          <p:nvPr>
            <p:ph idx="1"/>
          </p:nvPr>
        </p:nvSpPr>
        <p:spPr>
          <a:xfrm>
            <a:off x="838200" y="1825625"/>
            <a:ext cx="10515600" cy="4773958"/>
          </a:xfrm>
        </p:spPr>
        <p:txBody>
          <a:bodyPr>
            <a:normAutofit fontScale="92500" lnSpcReduction="10000"/>
          </a:bodyPr>
          <a:lstStyle/>
          <a:p>
            <a:pPr marL="0" indent="0">
              <a:buNone/>
            </a:pPr>
            <a:r>
              <a:rPr lang="en-AU" dirty="0"/>
              <a:t>Use a database to narrow down your search (~10-40 papers) </a:t>
            </a:r>
          </a:p>
          <a:p>
            <a:pPr marL="0" indent="0">
              <a:buNone/>
            </a:pPr>
            <a:endParaRPr lang="en-AU" dirty="0"/>
          </a:p>
          <a:p>
            <a:pPr marL="514350" indent="-514350">
              <a:buFont typeface="+mj-lt"/>
              <a:buAutoNum type="arabicPeriod"/>
            </a:pPr>
            <a:r>
              <a:rPr lang="en-AU" dirty="0"/>
              <a:t>Look through the paper titles. Do they sound relevant?</a:t>
            </a:r>
          </a:p>
          <a:p>
            <a:pPr marL="514350" indent="-514350">
              <a:buAutoNum type="arabicPeriod"/>
            </a:pPr>
            <a:r>
              <a:rPr lang="en-AU" b="1" dirty="0">
                <a:solidFill>
                  <a:schemeClr val="accent6"/>
                </a:solidFill>
              </a:rPr>
              <a:t>Download 2 or 3 </a:t>
            </a:r>
            <a:r>
              <a:rPr lang="en-AU" b="1" dirty="0">
                <a:solidFill>
                  <a:schemeClr val="accent6"/>
                </a:solidFill>
                <a:sym typeface="Wingdings" pitchFamily="2" charset="2"/>
              </a:rPr>
              <a:t>citations</a:t>
            </a:r>
            <a:r>
              <a:rPr lang="en-AU" dirty="0">
                <a:sym typeface="Wingdings" pitchFamily="2" charset="2"/>
              </a:rPr>
              <a:t>. (After class, download all the citations in your search)</a:t>
            </a:r>
          </a:p>
          <a:p>
            <a:pPr marL="514350" indent="-514350">
              <a:buAutoNum type="arabicPeriod"/>
            </a:pPr>
            <a:r>
              <a:rPr lang="en-AU" dirty="0">
                <a:sym typeface="Wingdings" pitchFamily="2" charset="2"/>
              </a:rPr>
              <a:t>Download PDFs and drag and drop into Zotero (or EndNote)</a:t>
            </a:r>
            <a:endParaRPr lang="en-AU" dirty="0"/>
          </a:p>
          <a:p>
            <a:pPr marL="514350" indent="-514350">
              <a:buFont typeface="Arial" panose="020B0604020202020204" pitchFamily="34" charset="0"/>
              <a:buAutoNum type="arabicPeriod"/>
            </a:pPr>
            <a:r>
              <a:rPr lang="en-AU" dirty="0"/>
              <a:t>In Zotero, read titles and abstracts carefully</a:t>
            </a:r>
          </a:p>
          <a:p>
            <a:pPr marL="514350" indent="-514350">
              <a:buFont typeface="Arial" panose="020B0604020202020204" pitchFamily="34" charset="0"/>
              <a:buAutoNum type="arabicPeriod"/>
            </a:pPr>
            <a:r>
              <a:rPr lang="en-AU" dirty="0"/>
              <a:t>Does it resonate with my research topic? </a:t>
            </a:r>
          </a:p>
          <a:p>
            <a:pPr marL="514350" indent="-514350">
              <a:buAutoNum type="arabicPeriod"/>
            </a:pPr>
            <a:r>
              <a:rPr lang="en-AU" dirty="0"/>
              <a:t>Sort papers into “.to read” &amp; “.maybe later”</a:t>
            </a:r>
          </a:p>
          <a:p>
            <a:pPr marL="514350" indent="-514350">
              <a:buAutoNum type="arabicPeriod"/>
            </a:pPr>
            <a:r>
              <a:rPr lang="en-AU" i="1" dirty="0"/>
              <a:t>Bonus: Open a Word doc. Go back to Zotero and use the insert citation tool</a:t>
            </a:r>
          </a:p>
        </p:txBody>
      </p:sp>
    </p:spTree>
    <p:extLst>
      <p:ext uri="{BB962C8B-B14F-4D97-AF65-F5344CB8AC3E}">
        <p14:creationId xmlns:p14="http://schemas.microsoft.com/office/powerpoint/2010/main" val="485741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6246A-2CBB-1761-73D1-F60F920159AC}"/>
              </a:ext>
            </a:extLst>
          </p:cNvPr>
          <p:cNvSpPr>
            <a:spLocks noGrp="1"/>
          </p:cNvSpPr>
          <p:nvPr>
            <p:ph type="title"/>
          </p:nvPr>
        </p:nvSpPr>
        <p:spPr/>
        <p:txBody>
          <a:bodyPr/>
          <a:lstStyle/>
          <a:p>
            <a:r>
              <a:rPr lang="en-US" dirty="0"/>
              <a:t>Assessment 1 – marking rubric</a:t>
            </a:r>
          </a:p>
        </p:txBody>
      </p:sp>
      <p:pic>
        <p:nvPicPr>
          <p:cNvPr id="6" name="Picture 5">
            <a:extLst>
              <a:ext uri="{FF2B5EF4-FFF2-40B4-BE49-F238E27FC236}">
                <a16:creationId xmlns:a16="http://schemas.microsoft.com/office/drawing/2014/main" id="{D210F1FD-1EFD-B29A-8C7E-B7445F3779E4}"/>
              </a:ext>
            </a:extLst>
          </p:cNvPr>
          <p:cNvPicPr>
            <a:picLocks noChangeAspect="1"/>
          </p:cNvPicPr>
          <p:nvPr/>
        </p:nvPicPr>
        <p:blipFill>
          <a:blip r:embed="rId2">
            <a:extLst>
              <a:ext uri="{28A0092B-C50C-407E-A947-70E740481C1C}">
                <a14:useLocalDpi xmlns:a14="http://schemas.microsoft.com/office/drawing/2010/main" val="0"/>
              </a:ext>
            </a:extLst>
          </a:blip>
          <a:srcRect b="34839"/>
          <a:stretch>
            <a:fillRect/>
          </a:stretch>
        </p:blipFill>
        <p:spPr>
          <a:xfrm>
            <a:off x="5186312" y="1690688"/>
            <a:ext cx="2952065" cy="4321488"/>
          </a:xfrm>
          <a:prstGeom prst="rect">
            <a:avLst/>
          </a:prstGeom>
        </p:spPr>
      </p:pic>
      <p:pic>
        <p:nvPicPr>
          <p:cNvPr id="11" name="Picture 10">
            <a:extLst>
              <a:ext uri="{FF2B5EF4-FFF2-40B4-BE49-F238E27FC236}">
                <a16:creationId xmlns:a16="http://schemas.microsoft.com/office/drawing/2014/main" id="{FC759EA7-0E56-0463-C323-19608D16F9BB}"/>
              </a:ext>
            </a:extLst>
          </p:cNvPr>
          <p:cNvPicPr>
            <a:picLocks noChangeAspect="1"/>
          </p:cNvPicPr>
          <p:nvPr/>
        </p:nvPicPr>
        <p:blipFill>
          <a:blip r:embed="rId2">
            <a:extLst>
              <a:ext uri="{28A0092B-C50C-407E-A947-70E740481C1C}">
                <a14:useLocalDpi xmlns:a14="http://schemas.microsoft.com/office/drawing/2010/main" val="0"/>
              </a:ext>
            </a:extLst>
          </a:blip>
          <a:srcRect t="63999" b="972"/>
          <a:stretch>
            <a:fillRect/>
          </a:stretch>
        </p:blipFill>
        <p:spPr>
          <a:xfrm>
            <a:off x="8226952" y="2689899"/>
            <a:ext cx="2952064" cy="2323065"/>
          </a:xfrm>
          <a:prstGeom prst="rect">
            <a:avLst/>
          </a:prstGeom>
        </p:spPr>
      </p:pic>
      <p:pic>
        <p:nvPicPr>
          <p:cNvPr id="13" name="Picture 12">
            <a:extLst>
              <a:ext uri="{FF2B5EF4-FFF2-40B4-BE49-F238E27FC236}">
                <a16:creationId xmlns:a16="http://schemas.microsoft.com/office/drawing/2014/main" id="{63F61ABC-E08F-FA9F-4AE5-8E7E9074C7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392359"/>
            <a:ext cx="3040640" cy="2774953"/>
          </a:xfrm>
          <a:prstGeom prst="rect">
            <a:avLst/>
          </a:prstGeom>
        </p:spPr>
      </p:pic>
      <p:sp>
        <p:nvSpPr>
          <p:cNvPr id="14" name="Oval 13">
            <a:extLst>
              <a:ext uri="{FF2B5EF4-FFF2-40B4-BE49-F238E27FC236}">
                <a16:creationId xmlns:a16="http://schemas.microsoft.com/office/drawing/2014/main" id="{0274CC47-AE7A-60A9-2F02-83ECE581BCFC}"/>
              </a:ext>
            </a:extLst>
          </p:cNvPr>
          <p:cNvSpPr/>
          <p:nvPr/>
        </p:nvSpPr>
        <p:spPr>
          <a:xfrm>
            <a:off x="838200" y="2198892"/>
            <a:ext cx="1229360" cy="2306320"/>
          </a:xfrm>
          <a:prstGeom prst="ellipse">
            <a:avLst/>
          </a:prstGeom>
          <a:noFill/>
          <a:ln w="762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21DCE8B6-A500-581D-DA21-8AE427159EF6}"/>
              </a:ext>
            </a:extLst>
          </p:cNvPr>
          <p:cNvCxnSpPr>
            <a:cxnSpLocks/>
          </p:cNvCxnSpPr>
          <p:nvPr/>
        </p:nvCxnSpPr>
        <p:spPr>
          <a:xfrm flipV="1">
            <a:off x="2067560" y="2877671"/>
            <a:ext cx="2719593" cy="215301"/>
          </a:xfrm>
          <a:prstGeom prst="straightConnector1">
            <a:avLst/>
          </a:prstGeom>
          <a:ln w="76200">
            <a:headEnd type="none" w="med" len="med"/>
            <a:tailEnd type="arrow" w="med" len="med"/>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802412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2F18E-21DC-A1FA-11F2-81E001EA3D1C}"/>
              </a:ext>
            </a:extLst>
          </p:cNvPr>
          <p:cNvSpPr>
            <a:spLocks noGrp="1"/>
          </p:cNvSpPr>
          <p:nvPr>
            <p:ph type="title"/>
          </p:nvPr>
        </p:nvSpPr>
        <p:spPr>
          <a:xfrm>
            <a:off x="711764" y="654757"/>
            <a:ext cx="3837658" cy="2935110"/>
          </a:xfrm>
        </p:spPr>
        <p:txBody>
          <a:bodyPr>
            <a:noAutofit/>
          </a:bodyPr>
          <a:lstStyle/>
          <a:p>
            <a:r>
              <a:rPr lang="en-US" dirty="0"/>
              <a:t>Ask yourself:</a:t>
            </a:r>
            <a:br>
              <a:rPr lang="en-US" dirty="0"/>
            </a:br>
            <a:br>
              <a:rPr lang="en-US" dirty="0"/>
            </a:br>
            <a:r>
              <a:rPr lang="en-US" sz="3600" dirty="0"/>
              <a:t>What stage of my Research Roadmap am I  up to?</a:t>
            </a:r>
            <a:endParaRPr lang="en-US" dirty="0"/>
          </a:p>
        </p:txBody>
      </p:sp>
      <p:sp>
        <p:nvSpPr>
          <p:cNvPr id="3" name="Content Placeholder 2">
            <a:extLst>
              <a:ext uri="{FF2B5EF4-FFF2-40B4-BE49-F238E27FC236}">
                <a16:creationId xmlns:a16="http://schemas.microsoft.com/office/drawing/2014/main" id="{019A333B-111C-5AD4-AB8A-D776E8ECEA9A}"/>
              </a:ext>
            </a:extLst>
          </p:cNvPr>
          <p:cNvSpPr>
            <a:spLocks noGrp="1"/>
          </p:cNvSpPr>
          <p:nvPr>
            <p:ph idx="1"/>
          </p:nvPr>
        </p:nvSpPr>
        <p:spPr>
          <a:xfrm>
            <a:off x="4752622" y="2484783"/>
            <a:ext cx="6601178" cy="3692180"/>
          </a:xfrm>
        </p:spPr>
        <p:txBody>
          <a:bodyPr>
            <a:normAutofit/>
          </a:bodyPr>
          <a:lstStyle/>
          <a:p>
            <a:pPr>
              <a:buFont typeface="+mj-lt"/>
              <a:buAutoNum type="arabicPeriod"/>
            </a:pPr>
            <a:r>
              <a:rPr lang="en-AU" b="1" dirty="0"/>
              <a:t>Building understanding </a:t>
            </a:r>
            <a:r>
              <a:rPr lang="en-AU" dirty="0"/>
              <a:t>of </a:t>
            </a:r>
            <a:r>
              <a:rPr lang="en-AU" i="1" dirty="0"/>
              <a:t>theory</a:t>
            </a:r>
            <a:r>
              <a:rPr lang="en-AU" dirty="0"/>
              <a:t> and </a:t>
            </a:r>
            <a:r>
              <a:rPr lang="en-AU" i="1" dirty="0"/>
              <a:t>perspectives</a:t>
            </a:r>
            <a:r>
              <a:rPr lang="en-AU" dirty="0"/>
              <a:t> in the field</a:t>
            </a:r>
          </a:p>
          <a:p>
            <a:pPr>
              <a:buFont typeface="+mj-lt"/>
              <a:buAutoNum type="arabicPeriod"/>
            </a:pPr>
            <a:r>
              <a:rPr lang="en-AU" dirty="0"/>
              <a:t>Documenting </a:t>
            </a:r>
            <a:r>
              <a:rPr lang="en-AU" b="1" dirty="0"/>
              <a:t>rationale + ideas for chosen methodology/approach</a:t>
            </a:r>
            <a:r>
              <a:rPr lang="en-AU" dirty="0"/>
              <a:t> to my research question. </a:t>
            </a:r>
          </a:p>
          <a:p>
            <a:pPr>
              <a:buFont typeface="+mj-lt"/>
              <a:buAutoNum type="arabicPeriod"/>
            </a:pPr>
            <a:endParaRPr lang="en-AU" i="1" dirty="0"/>
          </a:p>
          <a:p>
            <a:endParaRPr lang="en-US" dirty="0"/>
          </a:p>
        </p:txBody>
      </p:sp>
    </p:spTree>
    <p:extLst>
      <p:ext uri="{BB962C8B-B14F-4D97-AF65-F5344CB8AC3E}">
        <p14:creationId xmlns:p14="http://schemas.microsoft.com/office/powerpoint/2010/main" val="376592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0D69C-E98F-234B-2F04-00A49EE93D84}"/>
              </a:ext>
            </a:extLst>
          </p:cNvPr>
          <p:cNvSpPr>
            <a:spLocks noGrp="1"/>
          </p:cNvSpPr>
          <p:nvPr>
            <p:ph type="title"/>
          </p:nvPr>
        </p:nvSpPr>
        <p:spPr>
          <a:xfrm>
            <a:off x="838200" y="780363"/>
            <a:ext cx="10168467" cy="465927"/>
          </a:xfrm>
        </p:spPr>
        <p:txBody>
          <a:bodyPr>
            <a:noAutofit/>
          </a:bodyPr>
          <a:lstStyle/>
          <a:p>
            <a:r>
              <a:rPr lang="en-AU" sz="3600" dirty="0"/>
              <a:t>What to read after you set your reading goal</a:t>
            </a:r>
          </a:p>
        </p:txBody>
      </p:sp>
      <p:sp>
        <p:nvSpPr>
          <p:cNvPr id="3" name="Content Placeholder 2">
            <a:extLst>
              <a:ext uri="{FF2B5EF4-FFF2-40B4-BE49-F238E27FC236}">
                <a16:creationId xmlns:a16="http://schemas.microsoft.com/office/drawing/2014/main" id="{41222A5F-F460-FFD3-6C8A-76DFD3AB21D9}"/>
              </a:ext>
            </a:extLst>
          </p:cNvPr>
          <p:cNvSpPr>
            <a:spLocks noGrp="1"/>
          </p:cNvSpPr>
          <p:nvPr>
            <p:ph idx="1"/>
          </p:nvPr>
        </p:nvSpPr>
        <p:spPr>
          <a:xfrm>
            <a:off x="838200" y="1515035"/>
            <a:ext cx="10515600" cy="4661927"/>
          </a:xfrm>
        </p:spPr>
        <p:txBody>
          <a:bodyPr/>
          <a:lstStyle/>
          <a:p>
            <a:pPr marL="514350" indent="-514350">
              <a:buAutoNum type="arabicPeriod"/>
            </a:pPr>
            <a:r>
              <a:rPr lang="en-AU" dirty="0"/>
              <a:t>To build understanding of theory and perspectives of researchers in your field, read:</a:t>
            </a:r>
          </a:p>
          <a:p>
            <a:pPr marL="1428750" lvl="2" indent="-514350">
              <a:buAutoNum type="arabicPeriod"/>
            </a:pPr>
            <a:r>
              <a:rPr lang="en-AU" b="1" dirty="0"/>
              <a:t>Recent</a:t>
            </a:r>
            <a:r>
              <a:rPr lang="en-AU" dirty="0"/>
              <a:t> review articles</a:t>
            </a:r>
          </a:p>
          <a:p>
            <a:pPr marL="1428750" lvl="2" indent="-514350">
              <a:buAutoNum type="arabicPeriod"/>
            </a:pPr>
            <a:r>
              <a:rPr lang="en-AU" dirty="0"/>
              <a:t>Introduction section of original research papers</a:t>
            </a:r>
          </a:p>
          <a:p>
            <a:pPr marL="1428750" lvl="2" indent="-514350">
              <a:buAutoNum type="arabicPeriod"/>
            </a:pPr>
            <a:r>
              <a:rPr lang="en-AU" dirty="0"/>
              <a:t>Book chapters</a:t>
            </a:r>
          </a:p>
          <a:p>
            <a:pPr marL="514350" indent="-514350">
              <a:buAutoNum type="arabicPeriod"/>
            </a:pPr>
            <a:r>
              <a:rPr lang="en-AU" dirty="0"/>
              <a:t>To document rationale + ideas for chosen methods/approach to your research question, read:</a:t>
            </a:r>
          </a:p>
          <a:p>
            <a:pPr marL="1428750" lvl="2" indent="-514350">
              <a:buAutoNum type="arabicPeriod"/>
            </a:pPr>
            <a:r>
              <a:rPr lang="en-AU" dirty="0"/>
              <a:t>Results</a:t>
            </a:r>
          </a:p>
          <a:p>
            <a:pPr marL="1428750" lvl="2" indent="-514350">
              <a:buAutoNum type="arabicPeriod"/>
            </a:pPr>
            <a:r>
              <a:rPr lang="en-AU" dirty="0"/>
              <a:t>Methods</a:t>
            </a:r>
          </a:p>
          <a:p>
            <a:pPr marL="1428750" lvl="2" indent="-514350">
              <a:buAutoNum type="arabicPeriod"/>
            </a:pPr>
            <a:r>
              <a:rPr lang="en-AU" dirty="0"/>
              <a:t>Limitations, often in the discussion</a:t>
            </a:r>
          </a:p>
          <a:p>
            <a:pPr marL="971550" lvl="1" indent="-514350">
              <a:buAutoNum type="arabicPeriod"/>
            </a:pPr>
            <a:endParaRPr lang="en-AU" dirty="0"/>
          </a:p>
          <a:p>
            <a:pPr marL="514350" indent="-514350">
              <a:buAutoNum type="arabicPeriod"/>
            </a:pPr>
            <a:endParaRPr lang="en-AU" dirty="0"/>
          </a:p>
        </p:txBody>
      </p:sp>
    </p:spTree>
    <p:extLst>
      <p:ext uri="{BB962C8B-B14F-4D97-AF65-F5344CB8AC3E}">
        <p14:creationId xmlns:p14="http://schemas.microsoft.com/office/powerpoint/2010/main" val="2929800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1A4A4-3A99-18C1-33F0-7EFACD03C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FD78A-3662-02F8-C026-9993F37E91C2}"/>
              </a:ext>
            </a:extLst>
          </p:cNvPr>
          <p:cNvSpPr>
            <a:spLocks noGrp="1"/>
          </p:cNvSpPr>
          <p:nvPr>
            <p:ph type="title"/>
          </p:nvPr>
        </p:nvSpPr>
        <p:spPr/>
        <p:txBody>
          <a:bodyPr>
            <a:noAutofit/>
          </a:bodyPr>
          <a:lstStyle/>
          <a:p>
            <a:r>
              <a:rPr lang="en-AU" sz="3200" dirty="0"/>
              <a:t>Take short notes </a:t>
            </a:r>
            <a:r>
              <a:rPr lang="en-AU" sz="3200" u="sng" dirty="0"/>
              <a:t>in Zotero</a:t>
            </a:r>
            <a:r>
              <a:rPr lang="en-AU" sz="3200" dirty="0"/>
              <a:t> while you read:</a:t>
            </a:r>
          </a:p>
        </p:txBody>
      </p:sp>
      <p:graphicFrame>
        <p:nvGraphicFramePr>
          <p:cNvPr id="5" name="Content Placeholder 4">
            <a:extLst>
              <a:ext uri="{FF2B5EF4-FFF2-40B4-BE49-F238E27FC236}">
                <a16:creationId xmlns:a16="http://schemas.microsoft.com/office/drawing/2014/main" id="{FF1709C4-F1BC-F93F-840F-C485724AB30D}"/>
              </a:ext>
            </a:extLst>
          </p:cNvPr>
          <p:cNvGraphicFramePr>
            <a:graphicFrameLocks noGrp="1"/>
          </p:cNvGraphicFramePr>
          <p:nvPr>
            <p:ph idx="1"/>
            <p:extLst>
              <p:ext uri="{D42A27DB-BD31-4B8C-83A1-F6EECF244321}">
                <p14:modId xmlns:p14="http://schemas.microsoft.com/office/powerpoint/2010/main" val="3635573894"/>
              </p:ext>
            </p:extLst>
          </p:nvPr>
        </p:nvGraphicFramePr>
        <p:xfrm>
          <a:off x="838200" y="2504856"/>
          <a:ext cx="10515600" cy="3725088"/>
        </p:xfrm>
        <a:graphic>
          <a:graphicData uri="http://schemas.openxmlformats.org/drawingml/2006/table">
            <a:tbl>
              <a:tblPr firstRow="1" bandRow="1">
                <a:tableStyleId>{F5AB1C69-6EDB-4FF4-983F-18BD219EF322}</a:tableStyleId>
              </a:tblPr>
              <a:tblGrid>
                <a:gridCol w="5257800">
                  <a:extLst>
                    <a:ext uri="{9D8B030D-6E8A-4147-A177-3AD203B41FA5}">
                      <a16:colId xmlns:a16="http://schemas.microsoft.com/office/drawing/2014/main" val="715096704"/>
                    </a:ext>
                  </a:extLst>
                </a:gridCol>
                <a:gridCol w="5257800">
                  <a:extLst>
                    <a:ext uri="{9D8B030D-6E8A-4147-A177-3AD203B41FA5}">
                      <a16:colId xmlns:a16="http://schemas.microsoft.com/office/drawing/2014/main" val="866719161"/>
                    </a:ext>
                  </a:extLst>
                </a:gridCol>
              </a:tblGrid>
              <a:tr h="890448">
                <a:tc>
                  <a:txBody>
                    <a:bodyPr/>
                    <a:lstStyle/>
                    <a:p>
                      <a:pPr marL="0" indent="0" algn="ctr">
                        <a:buNone/>
                      </a:pPr>
                      <a:r>
                        <a:rPr lang="en-AU" dirty="0"/>
                        <a:t>To build understanding of theory and perspectives of researchers in your field, ask:</a:t>
                      </a:r>
                    </a:p>
                  </a:txBody>
                  <a:tcPr/>
                </a:tc>
                <a:tc>
                  <a:txBody>
                    <a:bodyPr/>
                    <a:lstStyle/>
                    <a:p>
                      <a:pPr marL="0" indent="0" algn="ctr">
                        <a:buNone/>
                      </a:pPr>
                      <a:r>
                        <a:rPr lang="en-AU" dirty="0"/>
                        <a:t>To document rationale/ideas for your approach to your research question, ask:</a:t>
                      </a:r>
                    </a:p>
                  </a:txBody>
                  <a:tcPr/>
                </a:tc>
                <a:extLst>
                  <a:ext uri="{0D108BD9-81ED-4DB2-BD59-A6C34878D82A}">
                    <a16:rowId xmlns:a16="http://schemas.microsoft.com/office/drawing/2014/main" val="1471101736"/>
                  </a:ext>
                </a:extLst>
              </a:tr>
              <a:tr h="2760389">
                <a:tc>
                  <a:txBody>
                    <a:bodyPr/>
                    <a:lstStyle/>
                    <a:p>
                      <a:pPr marL="514350" lvl="0" indent="-514350">
                        <a:buAutoNum type="arabicPeriod"/>
                      </a:pPr>
                      <a:r>
                        <a:rPr lang="en-AU" dirty="0"/>
                        <a:t>What knowledge is fundamental to my research question?</a:t>
                      </a:r>
                    </a:p>
                    <a:p>
                      <a:pPr marL="514350" lvl="0" indent="-514350">
                        <a:buAutoNum type="arabicPeriod"/>
                      </a:pPr>
                      <a:r>
                        <a:rPr lang="en-AU" dirty="0"/>
                        <a:t>What do researchers disagree about?</a:t>
                      </a:r>
                    </a:p>
                    <a:p>
                      <a:endParaRPr lang="en-US" dirty="0"/>
                    </a:p>
                  </a:txBody>
                  <a:tcPr/>
                </a:tc>
                <a:tc>
                  <a:txBody>
                    <a:bodyPr/>
                    <a:lstStyle/>
                    <a:p>
                      <a:pPr marL="514350" lvl="0" indent="-514350">
                        <a:buAutoNum type="arabicPeriod"/>
                      </a:pPr>
                      <a:r>
                        <a:rPr lang="en-AU" dirty="0"/>
                        <a:t>What did the </a:t>
                      </a:r>
                      <a:r>
                        <a:rPr lang="en-AU" b="1" dirty="0"/>
                        <a:t>researchers aim </a:t>
                      </a:r>
                      <a:r>
                        <a:rPr lang="en-AU" dirty="0"/>
                        <a:t>to do?</a:t>
                      </a:r>
                    </a:p>
                    <a:p>
                      <a:pPr marL="514350" lvl="0" indent="-514350">
                        <a:buAutoNum type="arabicPeriod"/>
                      </a:pPr>
                      <a:r>
                        <a:rPr lang="en-AU" b="0" dirty="0"/>
                        <a:t>What</a:t>
                      </a:r>
                      <a:r>
                        <a:rPr lang="en-AU" dirty="0"/>
                        <a:t> are their most </a:t>
                      </a:r>
                      <a:r>
                        <a:rPr lang="en-AU" b="1" dirty="0"/>
                        <a:t>important findings</a:t>
                      </a:r>
                      <a:r>
                        <a:rPr lang="en-AU" dirty="0"/>
                        <a:t>?</a:t>
                      </a:r>
                    </a:p>
                    <a:p>
                      <a:pPr marL="514350" lvl="0" indent="-514350">
                        <a:buAutoNum type="arabicPeriod"/>
                      </a:pPr>
                      <a:r>
                        <a:rPr lang="en-AU" b="1" dirty="0"/>
                        <a:t>How</a:t>
                      </a:r>
                      <a:r>
                        <a:rPr lang="en-AU" dirty="0"/>
                        <a:t> did they find it? </a:t>
                      </a:r>
                    </a:p>
                    <a:p>
                      <a:pPr marL="514350" lvl="0" indent="-514350">
                        <a:buAutoNum type="arabicPeriod"/>
                      </a:pPr>
                      <a:r>
                        <a:rPr lang="en-US" dirty="0"/>
                        <a:t>What are the </a:t>
                      </a:r>
                      <a:r>
                        <a:rPr lang="en-US" b="1" dirty="0"/>
                        <a:t>limitations</a:t>
                      </a:r>
                      <a:r>
                        <a:rPr lang="en-US" dirty="0"/>
                        <a:t> </a:t>
                      </a:r>
                      <a:r>
                        <a:rPr lang="en-US" b="1" dirty="0"/>
                        <a:t>or biases </a:t>
                      </a:r>
                      <a:r>
                        <a:rPr lang="en-US" dirty="0"/>
                        <a:t>in this study?</a:t>
                      </a:r>
                    </a:p>
                    <a:p>
                      <a:pPr marL="971550" lvl="1" indent="-514350">
                        <a:buFont typeface="Arial" panose="020B0604020202020204" pitchFamily="34" charset="0"/>
                        <a:buAutoNum type="arabicPeriod"/>
                      </a:pPr>
                      <a:r>
                        <a:rPr lang="en-US" dirty="0"/>
                        <a:t>Limitations s</a:t>
                      </a:r>
                      <a:r>
                        <a:rPr lang="en-AU" dirty="0" err="1"/>
                        <a:t>tated</a:t>
                      </a:r>
                      <a:r>
                        <a:rPr lang="en-AU" dirty="0"/>
                        <a:t> by the authors, </a:t>
                      </a:r>
                    </a:p>
                    <a:p>
                      <a:pPr marL="971550" lvl="1" indent="-514350">
                        <a:buFont typeface="Arial" panose="020B0604020202020204" pitchFamily="34" charset="0"/>
                        <a:buAutoNum type="arabicPeriod"/>
                      </a:pPr>
                      <a:r>
                        <a:rPr lang="en-AU" dirty="0"/>
                        <a:t>+ anything you notice they didn't flag (funding source, sample skew, small sample, non-replication)</a:t>
                      </a:r>
                    </a:p>
                    <a:p>
                      <a:endParaRPr lang="en-US" dirty="0"/>
                    </a:p>
                  </a:txBody>
                  <a:tcPr/>
                </a:tc>
                <a:extLst>
                  <a:ext uri="{0D108BD9-81ED-4DB2-BD59-A6C34878D82A}">
                    <a16:rowId xmlns:a16="http://schemas.microsoft.com/office/drawing/2014/main" val="3984369673"/>
                  </a:ext>
                </a:extLst>
              </a:tr>
            </a:tbl>
          </a:graphicData>
        </a:graphic>
      </p:graphicFrame>
      <p:sp>
        <p:nvSpPr>
          <p:cNvPr id="6" name="TextBox 5">
            <a:extLst>
              <a:ext uri="{FF2B5EF4-FFF2-40B4-BE49-F238E27FC236}">
                <a16:creationId xmlns:a16="http://schemas.microsoft.com/office/drawing/2014/main" id="{280B33B5-A821-859E-191D-0D7DD5324786}"/>
              </a:ext>
            </a:extLst>
          </p:cNvPr>
          <p:cNvSpPr txBox="1"/>
          <p:nvPr/>
        </p:nvSpPr>
        <p:spPr>
          <a:xfrm>
            <a:off x="838200" y="1630635"/>
            <a:ext cx="10515600" cy="646331"/>
          </a:xfrm>
          <a:prstGeom prst="rect">
            <a:avLst/>
          </a:prstGeom>
          <a:noFill/>
        </p:spPr>
        <p:txBody>
          <a:bodyPr wrap="square" rtlCol="0">
            <a:spAutoFit/>
          </a:bodyPr>
          <a:lstStyle/>
          <a:p>
            <a:r>
              <a:rPr lang="en-US" dirty="0"/>
              <a:t>The answer to each question should ideally be 1-3 sentences max</a:t>
            </a:r>
          </a:p>
          <a:p>
            <a:r>
              <a:rPr lang="en-US" dirty="0"/>
              <a:t>They can also be highlighted bits of the PDFs in Zotero PDF viewer. Try not to highlight everything!</a:t>
            </a:r>
          </a:p>
        </p:txBody>
      </p:sp>
    </p:spTree>
    <p:extLst>
      <p:ext uri="{BB962C8B-B14F-4D97-AF65-F5344CB8AC3E}">
        <p14:creationId xmlns:p14="http://schemas.microsoft.com/office/powerpoint/2010/main" val="2510131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B9E28-B8AE-49BA-7EB7-1555A40D58B7}"/>
              </a:ext>
            </a:extLst>
          </p:cNvPr>
          <p:cNvSpPr>
            <a:spLocks noGrp="1"/>
          </p:cNvSpPr>
          <p:nvPr>
            <p:ph type="title"/>
          </p:nvPr>
        </p:nvSpPr>
        <p:spPr/>
        <p:txBody>
          <a:bodyPr/>
          <a:lstStyle/>
          <a:p>
            <a:r>
              <a:rPr lang="en-US" dirty="0"/>
              <a:t>How much reading is enough?</a:t>
            </a:r>
          </a:p>
        </p:txBody>
      </p:sp>
      <p:sp>
        <p:nvSpPr>
          <p:cNvPr id="3" name="Content Placeholder 2">
            <a:extLst>
              <a:ext uri="{FF2B5EF4-FFF2-40B4-BE49-F238E27FC236}">
                <a16:creationId xmlns:a16="http://schemas.microsoft.com/office/drawing/2014/main" id="{0C1D46A8-47E7-A70E-A775-9FB3ECB2C554}"/>
              </a:ext>
            </a:extLst>
          </p:cNvPr>
          <p:cNvSpPr>
            <a:spLocks noGrp="1"/>
          </p:cNvSpPr>
          <p:nvPr>
            <p:ph idx="1"/>
          </p:nvPr>
        </p:nvSpPr>
        <p:spPr/>
        <p:txBody>
          <a:bodyPr>
            <a:normAutofit/>
          </a:bodyPr>
          <a:lstStyle/>
          <a:p>
            <a:r>
              <a:rPr lang="en-US" dirty="0"/>
              <a:t>While reading your papers you should be scanning the reference lists! Ask yourself: </a:t>
            </a:r>
          </a:p>
          <a:p>
            <a:pPr lvl="1"/>
            <a:r>
              <a:rPr lang="en-US" dirty="0"/>
              <a:t>Are there studies relevant to you?</a:t>
            </a:r>
          </a:p>
          <a:p>
            <a:pPr lvl="1"/>
            <a:r>
              <a:rPr lang="en-US" dirty="0"/>
              <a:t>Have you seen these relevant papers before?</a:t>
            </a:r>
          </a:p>
          <a:p>
            <a:pPr lvl="1"/>
            <a:r>
              <a:rPr lang="en-US" dirty="0"/>
              <a:t>Are the authors of relevant papers becoming familiar? This is a good sign you</a:t>
            </a:r>
          </a:p>
          <a:p>
            <a:r>
              <a:rPr lang="en-AU" dirty="0"/>
              <a:t>Do new sources start confirming what you already know rather than adding anything?</a:t>
            </a:r>
          </a:p>
          <a:p>
            <a:pPr lvl="1"/>
            <a:r>
              <a:rPr lang="en-US" dirty="0"/>
              <a:t>This is a good sign you are ready for the next stage</a:t>
            </a:r>
          </a:p>
        </p:txBody>
      </p:sp>
    </p:spTree>
    <p:extLst>
      <p:ext uri="{BB962C8B-B14F-4D97-AF65-F5344CB8AC3E}">
        <p14:creationId xmlns:p14="http://schemas.microsoft.com/office/powerpoint/2010/main" val="3857803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1BA933D-8158-E2B4-BE03-580181203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2213D-A340-1212-F916-F3DBB79636D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FF15AC-5417-DC2F-CDD5-6DD319001F71}"/>
              </a:ext>
            </a:extLst>
          </p:cNvPr>
          <p:cNvSpPr>
            <a:spLocks noGrp="1"/>
          </p:cNvSpPr>
          <p:nvPr>
            <p:ph idx="1"/>
          </p:nvPr>
        </p:nvSpPr>
        <p:spPr/>
        <p:txBody>
          <a:bodyPr>
            <a:normAutofit/>
          </a:bodyPr>
          <a:lstStyle/>
          <a:p>
            <a:r>
              <a:rPr lang="en-US" dirty="0"/>
              <a:t>What did the researchers aim to do?</a:t>
            </a:r>
          </a:p>
          <a:p>
            <a:r>
              <a:rPr lang="en-US" dirty="0"/>
              <a:t>What did they </a:t>
            </a:r>
            <a:r>
              <a:rPr lang="en-US" b="1" dirty="0"/>
              <a:t>find</a:t>
            </a:r>
            <a:r>
              <a:rPr lang="en-US" dirty="0"/>
              <a:t>?</a:t>
            </a:r>
          </a:p>
          <a:p>
            <a:r>
              <a:rPr lang="en-US" b="1" dirty="0"/>
              <a:t>How</a:t>
            </a:r>
            <a:r>
              <a:rPr lang="en-US" dirty="0"/>
              <a:t> did they find it?</a:t>
            </a:r>
          </a:p>
          <a:p>
            <a:r>
              <a:rPr lang="en-US" dirty="0"/>
              <a:t>What are the </a:t>
            </a:r>
            <a:r>
              <a:rPr lang="en-US" b="1" dirty="0"/>
              <a:t>limitations</a:t>
            </a:r>
            <a:r>
              <a:rPr lang="en-US" dirty="0"/>
              <a:t> or biases in this study?</a:t>
            </a:r>
          </a:p>
          <a:p>
            <a:r>
              <a:rPr lang="en-US" dirty="0"/>
              <a:t>How does this </a:t>
            </a:r>
            <a:r>
              <a:rPr lang="en-US" b="1" dirty="0"/>
              <a:t>relate</a:t>
            </a:r>
            <a:r>
              <a:rPr lang="en-US" dirty="0"/>
              <a:t> to my study?</a:t>
            </a:r>
          </a:p>
          <a:p>
            <a:r>
              <a:rPr lang="en-US" dirty="0"/>
              <a:t>Look over the reference list! Is anything there relevant to you?</a:t>
            </a:r>
          </a:p>
          <a:p>
            <a:pPr lvl="1"/>
            <a:r>
              <a:rPr lang="en-US" dirty="0"/>
              <a:t>How much is enough reading? When you begin to see the same kinds of names again and again in the references</a:t>
            </a:r>
          </a:p>
          <a:p>
            <a:r>
              <a:rPr lang="en-US" dirty="0">
                <a:hlinkClick r:id="rId2"/>
              </a:rPr>
              <a:t>https://www.youtube.com/watch?v=8MYWqvrk1QE</a:t>
            </a:r>
            <a:r>
              <a:rPr lang="en-US" dirty="0"/>
              <a:t> </a:t>
            </a:r>
          </a:p>
        </p:txBody>
      </p:sp>
    </p:spTree>
    <p:extLst>
      <p:ext uri="{BB962C8B-B14F-4D97-AF65-F5344CB8AC3E}">
        <p14:creationId xmlns:p14="http://schemas.microsoft.com/office/powerpoint/2010/main" val="2989765673"/>
      </p:ext>
    </p:extLst>
  </p:cSld>
  <p:clrMapOvr>
    <a:masterClrMapping/>
  </p:clrMapOvr>
</p:sld>
</file>

<file path=ppt/theme/theme1.xml><?xml version="1.0" encoding="utf-8"?>
<a:theme xmlns:a="http://schemas.openxmlformats.org/drawingml/2006/main" name="Ed Dev slides 1">
  <a:themeElements>
    <a:clrScheme name="Custom 1">
      <a:dk1>
        <a:srgbClr val="000000"/>
      </a:dk1>
      <a:lt1>
        <a:sysClr val="window" lastClr="FFFFFF"/>
      </a:lt1>
      <a:dk2>
        <a:srgbClr val="737373"/>
      </a:dk2>
      <a:lt2>
        <a:srgbClr val="F2F2F2"/>
      </a:lt2>
      <a:accent1>
        <a:srgbClr val="FFDC00"/>
      </a:accent1>
      <a:accent2>
        <a:srgbClr val="FF635D"/>
      </a:accent2>
      <a:accent3>
        <a:srgbClr val="3F61C4"/>
      </a:accent3>
      <a:accent4>
        <a:srgbClr val="1AC987"/>
      </a:accent4>
      <a:accent5>
        <a:srgbClr val="FA91B6"/>
      </a:accent5>
      <a:accent6>
        <a:srgbClr val="8A68C8"/>
      </a:accent6>
      <a:hlink>
        <a:srgbClr val="0000FF"/>
      </a:hlink>
      <a:folHlink>
        <a:srgbClr val="7030A0"/>
      </a:folHlink>
    </a:clrScheme>
    <a:fontScheme name="Custom 1">
      <a:majorFont>
        <a:latin typeface="Clancy"/>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 Dev slides 1" id="{3346C4B7-F5EA-4281-B442-CF16EBB87232}" vid="{96EB9AF5-651D-400F-8A29-9BE30A2FBAB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57F6C08637ADF46822D5288A8A3CDC0" ma:contentTypeVersion="11" ma:contentTypeDescription="Create a new document." ma:contentTypeScope="" ma:versionID="b4ce307c949e65dfd2fa5a5068cfa77a">
  <xsd:schema xmlns:xsd="http://www.w3.org/2001/XMLSchema" xmlns:xs="http://www.w3.org/2001/XMLSchema" xmlns:p="http://schemas.microsoft.com/office/2006/metadata/properties" xmlns:ns2="21a156fe-baee-441a-ad7f-6384e6226ec8" xmlns:ns3="d20e3c3a-0407-43f4-837d-68344df22a62" targetNamespace="http://schemas.microsoft.com/office/2006/metadata/properties" ma:root="true" ma:fieldsID="c011b6b2953968d983d821fc20531329" ns2:_="" ns3:_="">
    <xsd:import namespace="21a156fe-baee-441a-ad7f-6384e6226ec8"/>
    <xsd:import namespace="d20e3c3a-0407-43f4-837d-68344df22a6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a156fe-baee-441a-ad7f-6384e6226e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b026aac-6b52-4d7e-a64d-f3ee90946f5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0e3c3a-0407-43f4-837d-68344df22a6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f26886d-10f4-4702-9878-5d5c6f4450a3}" ma:internalName="TaxCatchAll" ma:showField="CatchAllData" ma:web="d20e3c3a-0407-43f4-837d-68344df22a6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1a156fe-baee-441a-ad7f-6384e6226ec8">
      <Terms xmlns="http://schemas.microsoft.com/office/infopath/2007/PartnerControls"/>
    </lcf76f155ced4ddcb4097134ff3c332f>
    <TaxCatchAll xmlns="d20e3c3a-0407-43f4-837d-68344df22a62" xsi:nil="true"/>
  </documentManagement>
</p:properties>
</file>

<file path=customXml/itemProps1.xml><?xml version="1.0" encoding="utf-8"?>
<ds:datastoreItem xmlns:ds="http://schemas.openxmlformats.org/officeDocument/2006/customXml" ds:itemID="{892E519D-81DD-4037-B81D-F54ACAC1C9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a156fe-baee-441a-ad7f-6384e6226ec8"/>
    <ds:schemaRef ds:uri="d20e3c3a-0407-43f4-837d-68344df22a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22783F1-3917-4583-AA42-ADEF0053E2FB}">
  <ds:schemaRefs>
    <ds:schemaRef ds:uri="http://schemas.microsoft.com/sharepoint/v3/contenttype/forms"/>
  </ds:schemaRefs>
</ds:datastoreItem>
</file>

<file path=customXml/itemProps3.xml><?xml version="1.0" encoding="utf-8"?>
<ds:datastoreItem xmlns:ds="http://schemas.openxmlformats.org/officeDocument/2006/customXml" ds:itemID="{B53B4D96-69D6-4F06-9B6B-7C3CA36A027E}">
  <ds:schemaRefs>
    <ds:schemaRef ds:uri="http://schemas.microsoft.com/office/2006/documentManagement/types"/>
    <ds:schemaRef ds:uri="d20e3c3a-0407-43f4-837d-68344df22a62"/>
    <ds:schemaRef ds:uri="http://purl.org/dc/terms/"/>
    <ds:schemaRef ds:uri="http://purl.org/dc/dcmitype/"/>
    <ds:schemaRef ds:uri="http://schemas.openxmlformats.org/package/2006/metadata/core-properties"/>
    <ds:schemaRef ds:uri="http://www.w3.org/XML/1998/namespace"/>
    <ds:schemaRef ds:uri="21a156fe-baee-441a-ad7f-6384e6226ec8"/>
    <ds:schemaRef ds:uri="http://schemas.microsoft.com/office/infopath/2007/PartnerControl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Ed Dev slides 1</Template>
  <TotalTime>1067</TotalTime>
  <Words>886</Words>
  <Application>Microsoft Office PowerPoint</Application>
  <PresentationFormat>Widescreen</PresentationFormat>
  <Paragraphs>111</Paragraphs>
  <Slides>16</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Clancy</vt:lpstr>
      <vt:lpstr>Roboto</vt:lpstr>
      <vt:lpstr>Wingdings</vt:lpstr>
      <vt:lpstr>Ed Dev slides 1</vt:lpstr>
      <vt:lpstr>PowerPoint Presentation</vt:lpstr>
      <vt:lpstr>Objectives</vt:lpstr>
      <vt:lpstr>How do you find research papers? </vt:lpstr>
      <vt:lpstr>Research Roadmap – assessment structure</vt:lpstr>
      <vt:lpstr>Anonymous poll:  Pros and cons of using Generative AI for your  Research Roadmap</vt:lpstr>
      <vt:lpstr>Generative AI - language models</vt:lpstr>
      <vt:lpstr>Why will you need to read research articles for your project?</vt:lpstr>
      <vt:lpstr>Why use referencing software?</vt:lpstr>
      <vt:lpstr>Download referencing software – a demonstration</vt:lpstr>
      <vt:lpstr>Downloading papers – a demonstration</vt:lpstr>
      <vt:lpstr>Assessment 1 – marking rubric</vt:lpstr>
      <vt:lpstr>Ask yourself:  What stage of my Research Roadmap am I  up to?</vt:lpstr>
      <vt:lpstr>What to read after you set your reading goal</vt:lpstr>
      <vt:lpstr>Take short notes in Zotero while you read:</vt:lpstr>
      <vt:lpstr>How much reading is enough?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Tanu Sridhar</dc:creator>
  <cp:lastModifiedBy>Thomas Dixon</cp:lastModifiedBy>
  <cp:revision>3</cp:revision>
  <dcterms:created xsi:type="dcterms:W3CDTF">2026-07-28T07:01:28Z</dcterms:created>
  <dcterms:modified xsi:type="dcterms:W3CDTF">2026-09-24T23:06:06Z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0x010100657F6C08637ADF46822D5288A8A3CDC0</vt:lpwstr>
  </property>
  <property fmtid="{D5CDD505-2E9C-101B-9397-08002B2CF9AE}" pid="3" name="MediaServiceImageTags">
    <vt:lpwstr/>
  </property>
</Properties>
</file>