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6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" dt="2026-10-04T23:30:26.105"/>
    <p1510:client id="{6F8F96D3-D820-4359-B9BB-9650649169EB}" v="1009" dt="2026-10-05T01:59:33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Dixon" userId="f7bf5c02-f15e-4251-9c23-f8a73065092e" providerId="ADAL" clId="{9E4F7595-43C6-4810-908A-8EA3006231F6}"/>
    <pc:docChg chg="undo custSel addSld delSld modSld sldOrd">
      <pc:chgData name="Thomas Dixon" userId="f7bf5c02-f15e-4251-9c23-f8a73065092e" providerId="ADAL" clId="{9E4F7595-43C6-4810-908A-8EA3006231F6}" dt="2026-10-05T02:28:58.067" v="3919" actId="1076"/>
      <pc:docMkLst>
        <pc:docMk/>
      </pc:docMkLst>
      <pc:sldChg chg="modSp mod">
        <pc:chgData name="Thomas Dixon" userId="f7bf5c02-f15e-4251-9c23-f8a73065092e" providerId="ADAL" clId="{9E4F7595-43C6-4810-908A-8EA3006231F6}" dt="2026-10-04T23:41:50.848" v="996" actId="20577"/>
        <pc:sldMkLst>
          <pc:docMk/>
          <pc:sldMk cId="3502852403" sldId="260"/>
        </pc:sldMkLst>
        <pc:spChg chg="mod">
          <ac:chgData name="Thomas Dixon" userId="f7bf5c02-f15e-4251-9c23-f8a73065092e" providerId="ADAL" clId="{9E4F7595-43C6-4810-908A-8EA3006231F6}" dt="2026-10-04T23:41:50.848" v="996" actId="20577"/>
          <ac:spMkLst>
            <pc:docMk/>
            <pc:sldMk cId="3502852403" sldId="260"/>
            <ac:spMk id="3" creationId="{D1A4E785-562D-1C5F-815C-CCA8A246B419}"/>
          </ac:spMkLst>
        </pc:spChg>
      </pc:sldChg>
      <pc:sldChg chg="addSp delSp modSp new mod">
        <pc:chgData name="Thomas Dixon" userId="f7bf5c02-f15e-4251-9c23-f8a73065092e" providerId="ADAL" clId="{9E4F7595-43C6-4810-908A-8EA3006231F6}" dt="2026-10-04T23:33:46.047" v="354" actId="20577"/>
        <pc:sldMkLst>
          <pc:docMk/>
          <pc:sldMk cId="4077131216" sldId="262"/>
        </pc:sldMkLst>
        <pc:spChg chg="mod">
          <ac:chgData name="Thomas Dixon" userId="f7bf5c02-f15e-4251-9c23-f8a73065092e" providerId="ADAL" clId="{9E4F7595-43C6-4810-908A-8EA3006231F6}" dt="2026-10-04T23:31:17.073" v="9" actId="20577"/>
          <ac:spMkLst>
            <pc:docMk/>
            <pc:sldMk cId="4077131216" sldId="262"/>
            <ac:spMk id="2" creationId="{161CD4BF-1755-F7A7-AF83-21C25E9D8C35}"/>
          </ac:spMkLst>
        </pc:spChg>
        <pc:spChg chg="add del">
          <ac:chgData name="Thomas Dixon" userId="f7bf5c02-f15e-4251-9c23-f8a73065092e" providerId="ADAL" clId="{9E4F7595-43C6-4810-908A-8EA3006231F6}" dt="2026-10-04T23:32:33.290" v="14" actId="22"/>
          <ac:spMkLst>
            <pc:docMk/>
            <pc:sldMk cId="4077131216" sldId="262"/>
            <ac:spMk id="3" creationId="{75FD8D57-9590-C0BB-9468-35DB93EA9DD4}"/>
          </ac:spMkLst>
        </pc:spChg>
        <pc:spChg chg="mod">
          <ac:chgData name="Thomas Dixon" userId="f7bf5c02-f15e-4251-9c23-f8a73065092e" providerId="ADAL" clId="{9E4F7595-43C6-4810-908A-8EA3006231F6}" dt="2026-10-04T23:33:46.047" v="354" actId="20577"/>
          <ac:spMkLst>
            <pc:docMk/>
            <pc:sldMk cId="4077131216" sldId="262"/>
            <ac:spMk id="4" creationId="{8699EAB9-D04A-319F-DB34-7220B37182ED}"/>
          </ac:spMkLst>
        </pc:spChg>
        <pc:picChg chg="add del mod ord">
          <ac:chgData name="Thomas Dixon" userId="f7bf5c02-f15e-4251-9c23-f8a73065092e" providerId="ADAL" clId="{9E4F7595-43C6-4810-908A-8EA3006231F6}" dt="2026-10-04T23:32:31.254" v="13" actId="22"/>
          <ac:picMkLst>
            <pc:docMk/>
            <pc:sldMk cId="4077131216" sldId="262"/>
            <ac:picMk id="6" creationId="{26DC2837-BFD9-A0BD-83ED-4E4DFB0A84E9}"/>
          </ac:picMkLst>
        </pc:picChg>
        <pc:picChg chg="add mod ord">
          <ac:chgData name="Thomas Dixon" userId="f7bf5c02-f15e-4251-9c23-f8a73065092e" providerId="ADAL" clId="{9E4F7595-43C6-4810-908A-8EA3006231F6}" dt="2026-10-04T23:32:33.290" v="14" actId="22"/>
          <ac:picMkLst>
            <pc:docMk/>
            <pc:sldMk cId="4077131216" sldId="262"/>
            <ac:picMk id="8" creationId="{59BFEDD8-4A5E-91D0-3893-E47CA2537492}"/>
          </ac:picMkLst>
        </pc:picChg>
      </pc:sldChg>
      <pc:sldChg chg="modSp new del mod">
        <pc:chgData name="Thomas Dixon" userId="f7bf5c02-f15e-4251-9c23-f8a73065092e" providerId="ADAL" clId="{9E4F7595-43C6-4810-908A-8EA3006231F6}" dt="2026-10-04T23:36:07.282" v="361" actId="680"/>
        <pc:sldMkLst>
          <pc:docMk/>
          <pc:sldMk cId="2126764052" sldId="263"/>
        </pc:sldMkLst>
        <pc:spChg chg="mod">
          <ac:chgData name="Thomas Dixon" userId="f7bf5c02-f15e-4251-9c23-f8a73065092e" providerId="ADAL" clId="{9E4F7595-43C6-4810-908A-8EA3006231F6}" dt="2026-10-04T23:36:06.450" v="360" actId="20577"/>
          <ac:spMkLst>
            <pc:docMk/>
            <pc:sldMk cId="2126764052" sldId="263"/>
            <ac:spMk id="2" creationId="{DF87B4AF-C312-C0AB-C146-8A57A9956CA6}"/>
          </ac:spMkLst>
        </pc:spChg>
      </pc:sldChg>
      <pc:sldChg chg="addSp delSp modSp new mod">
        <pc:chgData name="Thomas Dixon" userId="f7bf5c02-f15e-4251-9c23-f8a73065092e" providerId="ADAL" clId="{9E4F7595-43C6-4810-908A-8EA3006231F6}" dt="2026-10-04T23:39:51.023" v="750" actId="20577"/>
        <pc:sldMkLst>
          <pc:docMk/>
          <pc:sldMk cId="4123702224" sldId="263"/>
        </pc:sldMkLst>
        <pc:spChg chg="mod">
          <ac:chgData name="Thomas Dixon" userId="f7bf5c02-f15e-4251-9c23-f8a73065092e" providerId="ADAL" clId="{9E4F7595-43C6-4810-908A-8EA3006231F6}" dt="2026-10-04T23:36:19.672" v="418" actId="20577"/>
          <ac:spMkLst>
            <pc:docMk/>
            <pc:sldMk cId="4123702224" sldId="263"/>
            <ac:spMk id="2" creationId="{EEFED5FD-406E-CEA8-5003-3CDF3449CB8C}"/>
          </ac:spMkLst>
        </pc:spChg>
        <pc:spChg chg="mod">
          <ac:chgData name="Thomas Dixon" userId="f7bf5c02-f15e-4251-9c23-f8a73065092e" providerId="ADAL" clId="{9E4F7595-43C6-4810-908A-8EA3006231F6}" dt="2026-10-04T23:39:51.023" v="750" actId="20577"/>
          <ac:spMkLst>
            <pc:docMk/>
            <pc:sldMk cId="4123702224" sldId="263"/>
            <ac:spMk id="3" creationId="{0E91B5A9-6CE1-A7B0-06CD-7C87331AF12F}"/>
          </ac:spMkLst>
        </pc:spChg>
        <pc:spChg chg="del">
          <ac:chgData name="Thomas Dixon" userId="f7bf5c02-f15e-4251-9c23-f8a73065092e" providerId="ADAL" clId="{9E4F7595-43C6-4810-908A-8EA3006231F6}" dt="2026-10-04T23:38:52.391" v="419" actId="22"/>
          <ac:spMkLst>
            <pc:docMk/>
            <pc:sldMk cId="4123702224" sldId="263"/>
            <ac:spMk id="4" creationId="{D728FCFE-EA37-58EF-FFA1-3C2EEBFF6313}"/>
          </ac:spMkLst>
        </pc:spChg>
        <pc:picChg chg="add mod ord">
          <ac:chgData name="Thomas Dixon" userId="f7bf5c02-f15e-4251-9c23-f8a73065092e" providerId="ADAL" clId="{9E4F7595-43C6-4810-908A-8EA3006231F6}" dt="2026-10-04T23:38:52.391" v="419" actId="22"/>
          <ac:picMkLst>
            <pc:docMk/>
            <pc:sldMk cId="4123702224" sldId="263"/>
            <ac:picMk id="6" creationId="{673467D6-E553-AEA5-1A87-81F35BD03A4E}"/>
          </ac:picMkLst>
        </pc:picChg>
      </pc:sldChg>
      <pc:sldChg chg="modSp new mod">
        <pc:chgData name="Thomas Dixon" userId="f7bf5c02-f15e-4251-9c23-f8a73065092e" providerId="ADAL" clId="{9E4F7595-43C6-4810-908A-8EA3006231F6}" dt="2026-10-05T00:59:37.146" v="1323" actId="20577"/>
        <pc:sldMkLst>
          <pc:docMk/>
          <pc:sldMk cId="2017191473" sldId="264"/>
        </pc:sldMkLst>
        <pc:spChg chg="mod">
          <ac:chgData name="Thomas Dixon" userId="f7bf5c02-f15e-4251-9c23-f8a73065092e" providerId="ADAL" clId="{9E4F7595-43C6-4810-908A-8EA3006231F6}" dt="2026-10-04T23:40:43.405" v="758" actId="20577"/>
          <ac:spMkLst>
            <pc:docMk/>
            <pc:sldMk cId="2017191473" sldId="264"/>
            <ac:spMk id="2" creationId="{54B04237-AF72-FF6F-B34C-D761ED9B4884}"/>
          </ac:spMkLst>
        </pc:spChg>
        <pc:spChg chg="mod">
          <ac:chgData name="Thomas Dixon" userId="f7bf5c02-f15e-4251-9c23-f8a73065092e" providerId="ADAL" clId="{9E4F7595-43C6-4810-908A-8EA3006231F6}" dt="2026-10-05T00:59:37.146" v="1323" actId="20577"/>
          <ac:spMkLst>
            <pc:docMk/>
            <pc:sldMk cId="2017191473" sldId="264"/>
            <ac:spMk id="3" creationId="{90AA8F97-0E67-5394-0272-A0C4F743F607}"/>
          </ac:spMkLst>
        </pc:spChg>
      </pc:sldChg>
      <pc:sldChg chg="addSp delSp modSp new mod">
        <pc:chgData name="Thomas Dixon" userId="f7bf5c02-f15e-4251-9c23-f8a73065092e" providerId="ADAL" clId="{9E4F7595-43C6-4810-908A-8EA3006231F6}" dt="2026-10-04T23:42:27.748" v="997" actId="22"/>
        <pc:sldMkLst>
          <pc:docMk/>
          <pc:sldMk cId="3698791520" sldId="265"/>
        </pc:sldMkLst>
        <pc:spChg chg="mod">
          <ac:chgData name="Thomas Dixon" userId="f7bf5c02-f15e-4251-9c23-f8a73065092e" providerId="ADAL" clId="{9E4F7595-43C6-4810-908A-8EA3006231F6}" dt="2026-10-04T23:41:09.480" v="798" actId="20577"/>
          <ac:spMkLst>
            <pc:docMk/>
            <pc:sldMk cId="3698791520" sldId="265"/>
            <ac:spMk id="2" creationId="{1786F5F6-4E9B-CB45-E2CA-97AB9E3C6908}"/>
          </ac:spMkLst>
        </pc:spChg>
        <pc:spChg chg="del">
          <ac:chgData name="Thomas Dixon" userId="f7bf5c02-f15e-4251-9c23-f8a73065092e" providerId="ADAL" clId="{9E4F7595-43C6-4810-908A-8EA3006231F6}" dt="2026-10-04T23:42:27.748" v="997" actId="22"/>
          <ac:spMkLst>
            <pc:docMk/>
            <pc:sldMk cId="3698791520" sldId="265"/>
            <ac:spMk id="3" creationId="{289F3CFE-1477-98F0-7E62-E37395F66F27}"/>
          </ac:spMkLst>
        </pc:spChg>
        <pc:spChg chg="mod">
          <ac:chgData name="Thomas Dixon" userId="f7bf5c02-f15e-4251-9c23-f8a73065092e" providerId="ADAL" clId="{9E4F7595-43C6-4810-908A-8EA3006231F6}" dt="2026-10-04T23:41:38.361" v="939" actId="20577"/>
          <ac:spMkLst>
            <pc:docMk/>
            <pc:sldMk cId="3698791520" sldId="265"/>
            <ac:spMk id="4" creationId="{BEB0CBD0-113C-7974-E810-32E795052ECB}"/>
          </ac:spMkLst>
        </pc:spChg>
        <pc:picChg chg="add mod ord">
          <ac:chgData name="Thomas Dixon" userId="f7bf5c02-f15e-4251-9c23-f8a73065092e" providerId="ADAL" clId="{9E4F7595-43C6-4810-908A-8EA3006231F6}" dt="2026-10-04T23:42:27.748" v="997" actId="22"/>
          <ac:picMkLst>
            <pc:docMk/>
            <pc:sldMk cId="3698791520" sldId="265"/>
            <ac:picMk id="6" creationId="{96C21C1D-F1A1-CC9C-D7E2-8DF28B134520}"/>
          </ac:picMkLst>
        </pc:picChg>
      </pc:sldChg>
      <pc:sldChg chg="addSp delSp modSp new mod">
        <pc:chgData name="Thomas Dixon" userId="f7bf5c02-f15e-4251-9c23-f8a73065092e" providerId="ADAL" clId="{9E4F7595-43C6-4810-908A-8EA3006231F6}" dt="2026-10-05T00:58:57.119" v="1306" actId="20577"/>
        <pc:sldMkLst>
          <pc:docMk/>
          <pc:sldMk cId="315324622" sldId="266"/>
        </pc:sldMkLst>
        <pc:spChg chg="mod">
          <ac:chgData name="Thomas Dixon" userId="f7bf5c02-f15e-4251-9c23-f8a73065092e" providerId="ADAL" clId="{9E4F7595-43C6-4810-908A-8EA3006231F6}" dt="2026-10-05T00:57:01.300" v="1130" actId="20577"/>
          <ac:spMkLst>
            <pc:docMk/>
            <pc:sldMk cId="315324622" sldId="266"/>
            <ac:spMk id="2" creationId="{A18BC234-E40C-8CAB-699D-D59DD1EF93F7}"/>
          </ac:spMkLst>
        </pc:spChg>
        <pc:spChg chg="mod">
          <ac:chgData name="Thomas Dixon" userId="f7bf5c02-f15e-4251-9c23-f8a73065092e" providerId="ADAL" clId="{9E4F7595-43C6-4810-908A-8EA3006231F6}" dt="2026-10-05T00:58:57.119" v="1306" actId="20577"/>
          <ac:spMkLst>
            <pc:docMk/>
            <pc:sldMk cId="315324622" sldId="266"/>
            <ac:spMk id="3" creationId="{4CF4BAD4-1CBC-4A26-1F39-9E1E37560E61}"/>
          </ac:spMkLst>
        </pc:spChg>
        <pc:spChg chg="del">
          <ac:chgData name="Thomas Dixon" userId="f7bf5c02-f15e-4251-9c23-f8a73065092e" providerId="ADAL" clId="{9E4F7595-43C6-4810-908A-8EA3006231F6}" dt="2026-10-05T00:57:21.102" v="1131" actId="22"/>
          <ac:spMkLst>
            <pc:docMk/>
            <pc:sldMk cId="315324622" sldId="266"/>
            <ac:spMk id="4" creationId="{8773A4CE-3904-266D-6E24-F721D1AB03E6}"/>
          </ac:spMkLst>
        </pc:spChg>
        <pc:picChg chg="add mod ord">
          <ac:chgData name="Thomas Dixon" userId="f7bf5c02-f15e-4251-9c23-f8a73065092e" providerId="ADAL" clId="{9E4F7595-43C6-4810-908A-8EA3006231F6}" dt="2026-10-05T00:57:21.102" v="1131" actId="22"/>
          <ac:picMkLst>
            <pc:docMk/>
            <pc:sldMk cId="315324622" sldId="266"/>
            <ac:picMk id="6" creationId="{46DC3E93-A309-ABF8-2B53-5953F4F8ABA2}"/>
          </ac:picMkLst>
        </pc:picChg>
      </pc:sldChg>
      <pc:sldChg chg="addSp delSp modSp new mod">
        <pc:chgData name="Thomas Dixon" userId="f7bf5c02-f15e-4251-9c23-f8a73065092e" providerId="ADAL" clId="{9E4F7595-43C6-4810-908A-8EA3006231F6}" dt="2026-10-05T01:32:32.152" v="1439" actId="20577"/>
        <pc:sldMkLst>
          <pc:docMk/>
          <pc:sldMk cId="84019165" sldId="267"/>
        </pc:sldMkLst>
        <pc:spChg chg="mod">
          <ac:chgData name="Thomas Dixon" userId="f7bf5c02-f15e-4251-9c23-f8a73065092e" providerId="ADAL" clId="{9E4F7595-43C6-4810-908A-8EA3006231F6}" dt="2026-10-05T01:30:37.502" v="1326" actId="20577"/>
          <ac:spMkLst>
            <pc:docMk/>
            <pc:sldMk cId="84019165" sldId="267"/>
            <ac:spMk id="2" creationId="{4E07793D-5DE1-A32E-4440-1C630C2514A0}"/>
          </ac:spMkLst>
        </pc:spChg>
        <pc:spChg chg="mod">
          <ac:chgData name="Thomas Dixon" userId="f7bf5c02-f15e-4251-9c23-f8a73065092e" providerId="ADAL" clId="{9E4F7595-43C6-4810-908A-8EA3006231F6}" dt="2026-10-05T01:32:32.152" v="1439" actId="20577"/>
          <ac:spMkLst>
            <pc:docMk/>
            <pc:sldMk cId="84019165" sldId="267"/>
            <ac:spMk id="3" creationId="{528BC4D0-6591-F07B-4F90-1F04C999513D}"/>
          </ac:spMkLst>
        </pc:spChg>
        <pc:spChg chg="del">
          <ac:chgData name="Thomas Dixon" userId="f7bf5c02-f15e-4251-9c23-f8a73065092e" providerId="ADAL" clId="{9E4F7595-43C6-4810-908A-8EA3006231F6}" dt="2026-10-05T01:31:02.255" v="1327" actId="22"/>
          <ac:spMkLst>
            <pc:docMk/>
            <pc:sldMk cId="84019165" sldId="267"/>
            <ac:spMk id="4" creationId="{A617C52F-E9EC-BDF3-037F-C6E80458B21C}"/>
          </ac:spMkLst>
        </pc:spChg>
        <pc:picChg chg="add mod ord">
          <ac:chgData name="Thomas Dixon" userId="f7bf5c02-f15e-4251-9c23-f8a73065092e" providerId="ADAL" clId="{9E4F7595-43C6-4810-908A-8EA3006231F6}" dt="2026-10-05T01:31:02.255" v="1327" actId="22"/>
          <ac:picMkLst>
            <pc:docMk/>
            <pc:sldMk cId="84019165" sldId="267"/>
            <ac:picMk id="6" creationId="{B18B7E2E-9239-A2A4-3992-97B5A289F2BE}"/>
          </ac:picMkLst>
        </pc:picChg>
      </pc:sldChg>
      <pc:sldChg chg="addSp delSp modSp new mod">
        <pc:chgData name="Thomas Dixon" userId="f7bf5c02-f15e-4251-9c23-f8a73065092e" providerId="ADAL" clId="{9E4F7595-43C6-4810-908A-8EA3006231F6}" dt="2026-10-05T01:41:13.663" v="1666" actId="20577"/>
        <pc:sldMkLst>
          <pc:docMk/>
          <pc:sldMk cId="3114630571" sldId="268"/>
        </pc:sldMkLst>
        <pc:spChg chg="mod">
          <ac:chgData name="Thomas Dixon" userId="f7bf5c02-f15e-4251-9c23-f8a73065092e" providerId="ADAL" clId="{9E4F7595-43C6-4810-908A-8EA3006231F6}" dt="2026-10-05T01:32:45.991" v="1452" actId="20577"/>
          <ac:spMkLst>
            <pc:docMk/>
            <pc:sldMk cId="3114630571" sldId="268"/>
            <ac:spMk id="2" creationId="{B9389185-D274-3957-C732-D5CAE8B65C71}"/>
          </ac:spMkLst>
        </pc:spChg>
        <pc:spChg chg="add del">
          <ac:chgData name="Thomas Dixon" userId="f7bf5c02-f15e-4251-9c23-f8a73065092e" providerId="ADAL" clId="{9E4F7595-43C6-4810-908A-8EA3006231F6}" dt="2026-10-05T01:39:48.673" v="1457" actId="22"/>
          <ac:spMkLst>
            <pc:docMk/>
            <pc:sldMk cId="3114630571" sldId="268"/>
            <ac:spMk id="3" creationId="{4791C42F-BB99-9DE9-D09E-465D7BDC7B83}"/>
          </ac:spMkLst>
        </pc:spChg>
        <pc:spChg chg="mod">
          <ac:chgData name="Thomas Dixon" userId="f7bf5c02-f15e-4251-9c23-f8a73065092e" providerId="ADAL" clId="{9E4F7595-43C6-4810-908A-8EA3006231F6}" dt="2026-10-05T01:41:13.663" v="1666" actId="20577"/>
          <ac:spMkLst>
            <pc:docMk/>
            <pc:sldMk cId="3114630571" sldId="268"/>
            <ac:spMk id="4" creationId="{780ACC0D-D021-F46B-0D85-BC5286D7E79A}"/>
          </ac:spMkLst>
        </pc:spChg>
        <pc:picChg chg="add del mod ord">
          <ac:chgData name="Thomas Dixon" userId="f7bf5c02-f15e-4251-9c23-f8a73065092e" providerId="ADAL" clId="{9E4F7595-43C6-4810-908A-8EA3006231F6}" dt="2026-10-05T01:39:21.283" v="1454" actId="22"/>
          <ac:picMkLst>
            <pc:docMk/>
            <pc:sldMk cId="3114630571" sldId="268"/>
            <ac:picMk id="6" creationId="{94F109DE-FF06-5525-0BE3-64763988CDD9}"/>
          </ac:picMkLst>
        </pc:picChg>
        <pc:picChg chg="add del mod ord">
          <ac:chgData name="Thomas Dixon" userId="f7bf5c02-f15e-4251-9c23-f8a73065092e" providerId="ADAL" clId="{9E4F7595-43C6-4810-908A-8EA3006231F6}" dt="2026-10-05T01:39:37.928" v="1456" actId="22"/>
          <ac:picMkLst>
            <pc:docMk/>
            <pc:sldMk cId="3114630571" sldId="268"/>
            <ac:picMk id="8" creationId="{7E06F733-81AB-3EC3-C049-719B335CC5A2}"/>
          </ac:picMkLst>
        </pc:picChg>
        <pc:picChg chg="add mod ord">
          <ac:chgData name="Thomas Dixon" userId="f7bf5c02-f15e-4251-9c23-f8a73065092e" providerId="ADAL" clId="{9E4F7595-43C6-4810-908A-8EA3006231F6}" dt="2026-10-05T01:39:48.673" v="1457" actId="22"/>
          <ac:picMkLst>
            <pc:docMk/>
            <pc:sldMk cId="3114630571" sldId="268"/>
            <ac:picMk id="10" creationId="{018DBF04-C6D2-C410-206F-182A65DE10BD}"/>
          </ac:picMkLst>
        </pc:picChg>
      </pc:sldChg>
      <pc:sldChg chg="addSp delSp modSp new mod">
        <pc:chgData name="Thomas Dixon" userId="f7bf5c02-f15e-4251-9c23-f8a73065092e" providerId="ADAL" clId="{9E4F7595-43C6-4810-908A-8EA3006231F6}" dt="2026-10-05T01:42:51.150" v="1830" actId="20577"/>
        <pc:sldMkLst>
          <pc:docMk/>
          <pc:sldMk cId="756102367" sldId="269"/>
        </pc:sldMkLst>
        <pc:spChg chg="mod">
          <ac:chgData name="Thomas Dixon" userId="f7bf5c02-f15e-4251-9c23-f8a73065092e" providerId="ADAL" clId="{9E4F7595-43C6-4810-908A-8EA3006231F6}" dt="2026-10-05T01:41:20.413" v="1677" actId="20577"/>
          <ac:spMkLst>
            <pc:docMk/>
            <pc:sldMk cId="756102367" sldId="269"/>
            <ac:spMk id="2" creationId="{501A8B73-65B5-6BE3-3CEA-C685B2F9ADB1}"/>
          </ac:spMkLst>
        </pc:spChg>
        <pc:spChg chg="mod">
          <ac:chgData name="Thomas Dixon" userId="f7bf5c02-f15e-4251-9c23-f8a73065092e" providerId="ADAL" clId="{9E4F7595-43C6-4810-908A-8EA3006231F6}" dt="2026-10-05T01:42:51.150" v="1830" actId="20577"/>
          <ac:spMkLst>
            <pc:docMk/>
            <pc:sldMk cId="756102367" sldId="269"/>
            <ac:spMk id="3" creationId="{A3AF5500-5E08-0D40-8623-A32B35FC1BA7}"/>
          </ac:spMkLst>
        </pc:spChg>
        <pc:spChg chg="del">
          <ac:chgData name="Thomas Dixon" userId="f7bf5c02-f15e-4251-9c23-f8a73065092e" providerId="ADAL" clId="{9E4F7595-43C6-4810-908A-8EA3006231F6}" dt="2026-10-05T01:41:53.653" v="1678" actId="22"/>
          <ac:spMkLst>
            <pc:docMk/>
            <pc:sldMk cId="756102367" sldId="269"/>
            <ac:spMk id="4" creationId="{CFB396ED-4288-D5FF-4478-EC27AF9578E5}"/>
          </ac:spMkLst>
        </pc:spChg>
        <pc:picChg chg="add mod ord">
          <ac:chgData name="Thomas Dixon" userId="f7bf5c02-f15e-4251-9c23-f8a73065092e" providerId="ADAL" clId="{9E4F7595-43C6-4810-908A-8EA3006231F6}" dt="2026-10-05T01:41:53.653" v="1678" actId="22"/>
          <ac:picMkLst>
            <pc:docMk/>
            <pc:sldMk cId="756102367" sldId="269"/>
            <ac:picMk id="6" creationId="{AF145724-CB19-0ABA-9785-04B3289A401A}"/>
          </ac:picMkLst>
        </pc:picChg>
      </pc:sldChg>
      <pc:sldChg chg="modSp new mod">
        <pc:chgData name="Thomas Dixon" userId="f7bf5c02-f15e-4251-9c23-f8a73065092e" providerId="ADAL" clId="{9E4F7595-43C6-4810-908A-8EA3006231F6}" dt="2026-10-05T01:43:04.684" v="1873" actId="20577"/>
        <pc:sldMkLst>
          <pc:docMk/>
          <pc:sldMk cId="2125988944" sldId="270"/>
        </pc:sldMkLst>
        <pc:spChg chg="mod">
          <ac:chgData name="Thomas Dixon" userId="f7bf5c02-f15e-4251-9c23-f8a73065092e" providerId="ADAL" clId="{9E4F7595-43C6-4810-908A-8EA3006231F6}" dt="2026-10-05T01:43:04.684" v="1873" actId="20577"/>
          <ac:spMkLst>
            <pc:docMk/>
            <pc:sldMk cId="2125988944" sldId="270"/>
            <ac:spMk id="2" creationId="{35C5C2A1-1FDB-B31E-D2C1-BBF41B579AB6}"/>
          </ac:spMkLst>
        </pc:spChg>
      </pc:sldChg>
      <pc:sldChg chg="addSp modSp new mod">
        <pc:chgData name="Thomas Dixon" userId="f7bf5c02-f15e-4251-9c23-f8a73065092e" providerId="ADAL" clId="{9E4F7595-43C6-4810-908A-8EA3006231F6}" dt="2026-10-05T01:44:28.512" v="2017" actId="20577"/>
        <pc:sldMkLst>
          <pc:docMk/>
          <pc:sldMk cId="445160968" sldId="271"/>
        </pc:sldMkLst>
        <pc:spChg chg="mod">
          <ac:chgData name="Thomas Dixon" userId="f7bf5c02-f15e-4251-9c23-f8a73065092e" providerId="ADAL" clId="{9E4F7595-43C6-4810-908A-8EA3006231F6}" dt="2026-10-05T01:43:12.629" v="1883" actId="20577"/>
          <ac:spMkLst>
            <pc:docMk/>
            <pc:sldMk cId="445160968" sldId="271"/>
            <ac:spMk id="2" creationId="{EF5A3EE5-A0D9-3991-68D8-F392C9C6018E}"/>
          </ac:spMkLst>
        </pc:spChg>
        <pc:spChg chg="mod">
          <ac:chgData name="Thomas Dixon" userId="f7bf5c02-f15e-4251-9c23-f8a73065092e" providerId="ADAL" clId="{9E4F7595-43C6-4810-908A-8EA3006231F6}" dt="2026-10-05T01:44:28.512" v="2017" actId="20577"/>
          <ac:spMkLst>
            <pc:docMk/>
            <pc:sldMk cId="445160968" sldId="271"/>
            <ac:spMk id="3" creationId="{ACEC2118-2484-AB8A-48F9-3564A64870B3}"/>
          </ac:spMkLst>
        </pc:spChg>
        <pc:picChg chg="add mod">
          <ac:chgData name="Thomas Dixon" userId="f7bf5c02-f15e-4251-9c23-f8a73065092e" providerId="ADAL" clId="{9E4F7595-43C6-4810-908A-8EA3006231F6}" dt="2026-10-05T01:44:03.392" v="1885" actId="1076"/>
          <ac:picMkLst>
            <pc:docMk/>
            <pc:sldMk cId="445160968" sldId="271"/>
            <ac:picMk id="5" creationId="{A345CFFC-66B8-ED52-01BD-BEC4AFAACA99}"/>
          </ac:picMkLst>
        </pc:picChg>
      </pc:sldChg>
      <pc:sldChg chg="addSp modSp new mod">
        <pc:chgData name="Thomas Dixon" userId="f7bf5c02-f15e-4251-9c23-f8a73065092e" providerId="ADAL" clId="{9E4F7595-43C6-4810-908A-8EA3006231F6}" dt="2026-10-05T01:50:22.508" v="2582" actId="1076"/>
        <pc:sldMkLst>
          <pc:docMk/>
          <pc:sldMk cId="3435331914" sldId="272"/>
        </pc:sldMkLst>
        <pc:spChg chg="mod">
          <ac:chgData name="Thomas Dixon" userId="f7bf5c02-f15e-4251-9c23-f8a73065092e" providerId="ADAL" clId="{9E4F7595-43C6-4810-908A-8EA3006231F6}" dt="2026-10-05T01:46:16.595" v="2099" actId="20577"/>
          <ac:spMkLst>
            <pc:docMk/>
            <pc:sldMk cId="3435331914" sldId="272"/>
            <ac:spMk id="2" creationId="{FD893619-D744-C9C4-66D3-9BCE5A315885}"/>
          </ac:spMkLst>
        </pc:spChg>
        <pc:spChg chg="mod">
          <ac:chgData name="Thomas Dixon" userId="f7bf5c02-f15e-4251-9c23-f8a73065092e" providerId="ADAL" clId="{9E4F7595-43C6-4810-908A-8EA3006231F6}" dt="2026-10-05T01:47:36.089" v="2306" actId="20577"/>
          <ac:spMkLst>
            <pc:docMk/>
            <pc:sldMk cId="3435331914" sldId="272"/>
            <ac:spMk id="3" creationId="{2D16291C-78C2-4F00-2BB4-5F2DBBD00E48}"/>
          </ac:spMkLst>
        </pc:spChg>
        <pc:spChg chg="mod">
          <ac:chgData name="Thomas Dixon" userId="f7bf5c02-f15e-4251-9c23-f8a73065092e" providerId="ADAL" clId="{9E4F7595-43C6-4810-908A-8EA3006231F6}" dt="2026-10-05T01:49:34.431" v="2511" actId="20577"/>
          <ac:spMkLst>
            <pc:docMk/>
            <pc:sldMk cId="3435331914" sldId="272"/>
            <ac:spMk id="4" creationId="{D0268A95-7A2C-162D-674B-00456F74FD2D}"/>
          </ac:spMkLst>
        </pc:spChg>
        <pc:spChg chg="add mod">
          <ac:chgData name="Thomas Dixon" userId="f7bf5c02-f15e-4251-9c23-f8a73065092e" providerId="ADAL" clId="{9E4F7595-43C6-4810-908A-8EA3006231F6}" dt="2026-10-05T01:45:20.208" v="2045" actId="571"/>
          <ac:spMkLst>
            <pc:docMk/>
            <pc:sldMk cId="3435331914" sldId="272"/>
            <ac:spMk id="5" creationId="{29005224-5BC2-F089-E480-208B60369CDD}"/>
          </ac:spMkLst>
        </pc:spChg>
        <pc:spChg chg="add mod">
          <ac:chgData name="Thomas Dixon" userId="f7bf5c02-f15e-4251-9c23-f8a73065092e" providerId="ADAL" clId="{9E4F7595-43C6-4810-908A-8EA3006231F6}" dt="2026-10-05T01:49:50.799" v="2578" actId="20577"/>
          <ac:spMkLst>
            <pc:docMk/>
            <pc:sldMk cId="3435331914" sldId="272"/>
            <ac:spMk id="6" creationId="{C7E7908B-C623-C0AE-0B9D-9A59F5174F2C}"/>
          </ac:spMkLst>
        </pc:spChg>
        <pc:picChg chg="add mod">
          <ac:chgData name="Thomas Dixon" userId="f7bf5c02-f15e-4251-9c23-f8a73065092e" providerId="ADAL" clId="{9E4F7595-43C6-4810-908A-8EA3006231F6}" dt="2026-10-05T01:50:22.508" v="2582" actId="1076"/>
          <ac:picMkLst>
            <pc:docMk/>
            <pc:sldMk cId="3435331914" sldId="272"/>
            <ac:picMk id="8" creationId="{1C077BB0-4D09-60B8-A8F1-8DFB38B691CE}"/>
          </ac:picMkLst>
        </pc:picChg>
      </pc:sldChg>
      <pc:sldChg chg="modSp new del mod">
        <pc:chgData name="Thomas Dixon" userId="f7bf5c02-f15e-4251-9c23-f8a73065092e" providerId="ADAL" clId="{9E4F7595-43C6-4810-908A-8EA3006231F6}" dt="2026-10-05T01:51:35.092" v="2590" actId="680"/>
        <pc:sldMkLst>
          <pc:docMk/>
          <pc:sldMk cId="686454631" sldId="273"/>
        </pc:sldMkLst>
        <pc:spChg chg="mod">
          <ac:chgData name="Thomas Dixon" userId="f7bf5c02-f15e-4251-9c23-f8a73065092e" providerId="ADAL" clId="{9E4F7595-43C6-4810-908A-8EA3006231F6}" dt="2026-10-05T01:51:34.774" v="2589" actId="20577"/>
          <ac:spMkLst>
            <pc:docMk/>
            <pc:sldMk cId="686454631" sldId="273"/>
            <ac:spMk id="2" creationId="{5B402E65-3B28-2278-8B4B-98EF952D64A8}"/>
          </ac:spMkLst>
        </pc:spChg>
      </pc:sldChg>
      <pc:sldChg chg="addSp delSp modSp new mod">
        <pc:chgData name="Thomas Dixon" userId="f7bf5c02-f15e-4251-9c23-f8a73065092e" providerId="ADAL" clId="{9E4F7595-43C6-4810-908A-8EA3006231F6}" dt="2026-10-05T01:59:24.265" v="3019" actId="20577"/>
        <pc:sldMkLst>
          <pc:docMk/>
          <pc:sldMk cId="1351779420" sldId="273"/>
        </pc:sldMkLst>
        <pc:spChg chg="mod">
          <ac:chgData name="Thomas Dixon" userId="f7bf5c02-f15e-4251-9c23-f8a73065092e" providerId="ADAL" clId="{9E4F7595-43C6-4810-908A-8EA3006231F6}" dt="2026-10-05T01:52:09.474" v="2626" actId="20577"/>
          <ac:spMkLst>
            <pc:docMk/>
            <pc:sldMk cId="1351779420" sldId="273"/>
            <ac:spMk id="2" creationId="{26340EA9-6E78-46F6-332B-67DF460905D3}"/>
          </ac:spMkLst>
        </pc:spChg>
        <pc:spChg chg="del">
          <ac:chgData name="Thomas Dixon" userId="f7bf5c02-f15e-4251-9c23-f8a73065092e" providerId="ADAL" clId="{9E4F7595-43C6-4810-908A-8EA3006231F6}" dt="2026-10-05T01:58:20.397" v="2775" actId="22"/>
          <ac:spMkLst>
            <pc:docMk/>
            <pc:sldMk cId="1351779420" sldId="273"/>
            <ac:spMk id="3" creationId="{9AC12174-D667-909C-A625-AB968E997D0D}"/>
          </ac:spMkLst>
        </pc:spChg>
        <pc:spChg chg="mod">
          <ac:chgData name="Thomas Dixon" userId="f7bf5c02-f15e-4251-9c23-f8a73065092e" providerId="ADAL" clId="{9E4F7595-43C6-4810-908A-8EA3006231F6}" dt="2026-10-05T01:59:24.265" v="3019" actId="20577"/>
          <ac:spMkLst>
            <pc:docMk/>
            <pc:sldMk cId="1351779420" sldId="273"/>
            <ac:spMk id="4" creationId="{0F94DD5C-8801-6552-B37E-47920B11CEA7}"/>
          </ac:spMkLst>
        </pc:spChg>
        <pc:picChg chg="add mod ord">
          <ac:chgData name="Thomas Dixon" userId="f7bf5c02-f15e-4251-9c23-f8a73065092e" providerId="ADAL" clId="{9E4F7595-43C6-4810-908A-8EA3006231F6}" dt="2026-10-05T01:58:20.397" v="2775" actId="22"/>
          <ac:picMkLst>
            <pc:docMk/>
            <pc:sldMk cId="1351779420" sldId="273"/>
            <ac:picMk id="6" creationId="{F5EAA87A-270B-813F-7E84-748155578F32}"/>
          </ac:picMkLst>
        </pc:picChg>
      </pc:sldChg>
      <pc:sldChg chg="new del">
        <pc:chgData name="Thomas Dixon" userId="f7bf5c02-f15e-4251-9c23-f8a73065092e" providerId="ADAL" clId="{9E4F7595-43C6-4810-908A-8EA3006231F6}" dt="2026-10-05T01:51:25.144" v="2584" actId="47"/>
        <pc:sldMkLst>
          <pc:docMk/>
          <pc:sldMk cId="1804371816" sldId="273"/>
        </pc:sldMkLst>
      </pc:sldChg>
      <pc:sldChg chg="add del">
        <pc:chgData name="Thomas Dixon" userId="f7bf5c02-f15e-4251-9c23-f8a73065092e" providerId="ADAL" clId="{9E4F7595-43C6-4810-908A-8EA3006231F6}" dt="2026-10-05T01:51:29.073" v="2586" actId="2890"/>
        <pc:sldMkLst>
          <pc:docMk/>
          <pc:sldMk cId="2880725720" sldId="273"/>
        </pc:sldMkLst>
      </pc:sldChg>
      <pc:sldChg chg="addSp delSp modSp new mod ord">
        <pc:chgData name="Thomas Dixon" userId="f7bf5c02-f15e-4251-9c23-f8a73065092e" providerId="ADAL" clId="{9E4F7595-43C6-4810-908A-8EA3006231F6}" dt="2026-10-05T02:16:46.768" v="3150" actId="22"/>
        <pc:sldMkLst>
          <pc:docMk/>
          <pc:sldMk cId="961883630" sldId="274"/>
        </pc:sldMkLst>
        <pc:spChg chg="mod">
          <ac:chgData name="Thomas Dixon" userId="f7bf5c02-f15e-4251-9c23-f8a73065092e" providerId="ADAL" clId="{9E4F7595-43C6-4810-908A-8EA3006231F6}" dt="2026-10-05T01:52:57.853" v="2663" actId="20577"/>
          <ac:spMkLst>
            <pc:docMk/>
            <pc:sldMk cId="961883630" sldId="274"/>
            <ac:spMk id="2" creationId="{83F734B2-0FFE-FB83-C576-112F162CB628}"/>
          </ac:spMkLst>
        </pc:spChg>
        <pc:spChg chg="mod">
          <ac:chgData name="Thomas Dixon" userId="f7bf5c02-f15e-4251-9c23-f8a73065092e" providerId="ADAL" clId="{9E4F7595-43C6-4810-908A-8EA3006231F6}" dt="2026-10-05T01:53:03.755" v="2665" actId="14100"/>
          <ac:spMkLst>
            <pc:docMk/>
            <pc:sldMk cId="961883630" sldId="274"/>
            <ac:spMk id="3" creationId="{E8F663BF-6429-ABFF-D536-0FD071A06959}"/>
          </ac:spMkLst>
        </pc:spChg>
        <pc:spChg chg="add del mod">
          <ac:chgData name="Thomas Dixon" userId="f7bf5c02-f15e-4251-9c23-f8a73065092e" providerId="ADAL" clId="{9E4F7595-43C6-4810-908A-8EA3006231F6}" dt="2026-10-05T02:16:46.768" v="3150" actId="22"/>
          <ac:spMkLst>
            <pc:docMk/>
            <pc:sldMk cId="961883630" sldId="274"/>
            <ac:spMk id="4" creationId="{F300121E-212E-A1F3-F9AA-A71BB82A57D8}"/>
          </ac:spMkLst>
        </pc:spChg>
        <pc:picChg chg="add del mod ord">
          <ac:chgData name="Thomas Dixon" userId="f7bf5c02-f15e-4251-9c23-f8a73065092e" providerId="ADAL" clId="{9E4F7595-43C6-4810-908A-8EA3006231F6}" dt="2026-10-05T02:16:27.915" v="3149" actId="22"/>
          <ac:picMkLst>
            <pc:docMk/>
            <pc:sldMk cId="961883630" sldId="274"/>
            <ac:picMk id="6" creationId="{760ED80F-5505-C067-7139-5144B3076F7E}"/>
          </ac:picMkLst>
        </pc:picChg>
        <pc:picChg chg="add mod ord">
          <ac:chgData name="Thomas Dixon" userId="f7bf5c02-f15e-4251-9c23-f8a73065092e" providerId="ADAL" clId="{9E4F7595-43C6-4810-908A-8EA3006231F6}" dt="2026-10-05T02:16:46.768" v="3150" actId="22"/>
          <ac:picMkLst>
            <pc:docMk/>
            <pc:sldMk cId="961883630" sldId="274"/>
            <ac:picMk id="8" creationId="{FD124846-13EE-7D7A-819B-0F612F9F21DB}"/>
          </ac:picMkLst>
        </pc:picChg>
      </pc:sldChg>
      <pc:sldChg chg="add del">
        <pc:chgData name="Thomas Dixon" userId="f7bf5c02-f15e-4251-9c23-f8a73065092e" providerId="ADAL" clId="{9E4F7595-43C6-4810-908A-8EA3006231F6}" dt="2026-10-05T01:53:21.613" v="2667" actId="2890"/>
        <pc:sldMkLst>
          <pc:docMk/>
          <pc:sldMk cId="792125306" sldId="275"/>
        </pc:sldMkLst>
      </pc:sldChg>
      <pc:sldChg chg="modSp add del mod ord">
        <pc:chgData name="Thomas Dixon" userId="f7bf5c02-f15e-4251-9c23-f8a73065092e" providerId="ADAL" clId="{9E4F7595-43C6-4810-908A-8EA3006231F6}" dt="2026-10-05T02:16:50.993" v="3151" actId="47"/>
        <pc:sldMkLst>
          <pc:docMk/>
          <pc:sldMk cId="2862054661" sldId="275"/>
        </pc:sldMkLst>
        <pc:spChg chg="mod">
          <ac:chgData name="Thomas Dixon" userId="f7bf5c02-f15e-4251-9c23-f8a73065092e" providerId="ADAL" clId="{9E4F7595-43C6-4810-908A-8EA3006231F6}" dt="2026-10-05T01:53:28.876" v="2678" actId="20577"/>
          <ac:spMkLst>
            <pc:docMk/>
            <pc:sldMk cId="2862054661" sldId="275"/>
            <ac:spMk id="2" creationId="{38CA89A4-6F12-A34A-791D-BC6ACC0D7DD9}"/>
          </ac:spMkLst>
        </pc:spChg>
      </pc:sldChg>
      <pc:sldChg chg="add del">
        <pc:chgData name="Thomas Dixon" userId="f7bf5c02-f15e-4251-9c23-f8a73065092e" providerId="ADAL" clId="{9E4F7595-43C6-4810-908A-8EA3006231F6}" dt="2026-10-05T01:55:00.792" v="2680"/>
        <pc:sldMkLst>
          <pc:docMk/>
          <pc:sldMk cId="160340441" sldId="276"/>
        </pc:sldMkLst>
      </pc:sldChg>
      <pc:sldChg chg="addSp delSp modSp add mod ord">
        <pc:chgData name="Thomas Dixon" userId="f7bf5c02-f15e-4251-9c23-f8a73065092e" providerId="ADAL" clId="{9E4F7595-43C6-4810-908A-8EA3006231F6}" dt="2026-10-05T02:01:23.688" v="3145" actId="1076"/>
        <pc:sldMkLst>
          <pc:docMk/>
          <pc:sldMk cId="314186654" sldId="276"/>
        </pc:sldMkLst>
        <pc:spChg chg="mod">
          <ac:chgData name="Thomas Dixon" userId="f7bf5c02-f15e-4251-9c23-f8a73065092e" providerId="ADAL" clId="{9E4F7595-43C6-4810-908A-8EA3006231F6}" dt="2026-10-05T01:55:08.212" v="2692" actId="20577"/>
          <ac:spMkLst>
            <pc:docMk/>
            <pc:sldMk cId="314186654" sldId="276"/>
            <ac:spMk id="2" creationId="{4EBFFD00-DDB6-AED1-F4B5-C216848391DE}"/>
          </ac:spMkLst>
        </pc:spChg>
        <pc:spChg chg="mod">
          <ac:chgData name="Thomas Dixon" userId="f7bf5c02-f15e-4251-9c23-f8a73065092e" providerId="ADAL" clId="{9E4F7595-43C6-4810-908A-8EA3006231F6}" dt="2026-10-05T02:01:19.482" v="3142" actId="14100"/>
          <ac:spMkLst>
            <pc:docMk/>
            <pc:sldMk cId="314186654" sldId="276"/>
            <ac:spMk id="3" creationId="{D790770A-DC4F-4EBA-0FC5-2D85C1ABBDE9}"/>
          </ac:spMkLst>
        </pc:spChg>
        <pc:spChg chg="del">
          <ac:chgData name="Thomas Dixon" userId="f7bf5c02-f15e-4251-9c23-f8a73065092e" providerId="ADAL" clId="{9E4F7595-43C6-4810-908A-8EA3006231F6}" dt="2026-10-05T02:00:31.414" v="3099" actId="22"/>
          <ac:spMkLst>
            <pc:docMk/>
            <pc:sldMk cId="314186654" sldId="276"/>
            <ac:spMk id="4" creationId="{9970DD95-4C89-D994-D127-AEE87C3A789A}"/>
          </ac:spMkLst>
        </pc:spChg>
        <pc:picChg chg="add mod ord">
          <ac:chgData name="Thomas Dixon" userId="f7bf5c02-f15e-4251-9c23-f8a73065092e" providerId="ADAL" clId="{9E4F7595-43C6-4810-908A-8EA3006231F6}" dt="2026-10-05T02:00:31.414" v="3099" actId="22"/>
          <ac:picMkLst>
            <pc:docMk/>
            <pc:sldMk cId="314186654" sldId="276"/>
            <ac:picMk id="6" creationId="{7150622A-A983-B0BE-B13B-3683D06C40EB}"/>
          </ac:picMkLst>
        </pc:picChg>
        <pc:picChg chg="add mod">
          <ac:chgData name="Thomas Dixon" userId="f7bf5c02-f15e-4251-9c23-f8a73065092e" providerId="ADAL" clId="{9E4F7595-43C6-4810-908A-8EA3006231F6}" dt="2026-10-05T02:01:23.688" v="3145" actId="1076"/>
          <ac:picMkLst>
            <pc:docMk/>
            <pc:sldMk cId="314186654" sldId="276"/>
            <ac:picMk id="8" creationId="{077900F7-79A0-852A-6A49-24483B8AD929}"/>
          </ac:picMkLst>
        </pc:picChg>
      </pc:sldChg>
      <pc:sldChg chg="add del">
        <pc:chgData name="Thomas Dixon" userId="f7bf5c02-f15e-4251-9c23-f8a73065092e" providerId="ADAL" clId="{9E4F7595-43C6-4810-908A-8EA3006231F6}" dt="2026-10-05T01:56:00.404" v="2694" actId="2890"/>
        <pc:sldMkLst>
          <pc:docMk/>
          <pc:sldMk cId="3530620218" sldId="277"/>
        </pc:sldMkLst>
      </pc:sldChg>
      <pc:sldChg chg="addSp delSp modSp add mod ord">
        <pc:chgData name="Thomas Dixon" userId="f7bf5c02-f15e-4251-9c23-f8a73065092e" providerId="ADAL" clId="{9E4F7595-43C6-4810-908A-8EA3006231F6}" dt="2026-10-05T02:20:35.633" v="3580" actId="22"/>
        <pc:sldMkLst>
          <pc:docMk/>
          <pc:sldMk cId="4119572013" sldId="277"/>
        </pc:sldMkLst>
        <pc:spChg chg="mod">
          <ac:chgData name="Thomas Dixon" userId="f7bf5c02-f15e-4251-9c23-f8a73065092e" providerId="ADAL" clId="{9E4F7595-43C6-4810-908A-8EA3006231F6}" dt="2026-10-05T01:56:15.963" v="2725" actId="20577"/>
          <ac:spMkLst>
            <pc:docMk/>
            <pc:sldMk cId="4119572013" sldId="277"/>
            <ac:spMk id="2" creationId="{FBF5891C-6A9C-1221-F56A-1AC127A8A432}"/>
          </ac:spMkLst>
        </pc:spChg>
        <pc:spChg chg="del">
          <ac:chgData name="Thomas Dixon" userId="f7bf5c02-f15e-4251-9c23-f8a73065092e" providerId="ADAL" clId="{9E4F7595-43C6-4810-908A-8EA3006231F6}" dt="2026-10-05T02:20:35.633" v="3580" actId="22"/>
          <ac:spMkLst>
            <pc:docMk/>
            <pc:sldMk cId="4119572013" sldId="277"/>
            <ac:spMk id="3" creationId="{F4207691-96E4-9A96-6CE5-AA352DA09DFE}"/>
          </ac:spMkLst>
        </pc:spChg>
        <pc:spChg chg="mod">
          <ac:chgData name="Thomas Dixon" userId="f7bf5c02-f15e-4251-9c23-f8a73065092e" providerId="ADAL" clId="{9E4F7595-43C6-4810-908A-8EA3006231F6}" dt="2026-10-05T02:20:23.656" v="3579" actId="20577"/>
          <ac:spMkLst>
            <pc:docMk/>
            <pc:sldMk cId="4119572013" sldId="277"/>
            <ac:spMk id="4" creationId="{F93DEC29-2426-D8FF-18AD-817266B1A879}"/>
          </ac:spMkLst>
        </pc:spChg>
        <pc:picChg chg="add mod ord">
          <ac:chgData name="Thomas Dixon" userId="f7bf5c02-f15e-4251-9c23-f8a73065092e" providerId="ADAL" clId="{9E4F7595-43C6-4810-908A-8EA3006231F6}" dt="2026-10-05T02:20:35.633" v="3580" actId="22"/>
          <ac:picMkLst>
            <pc:docMk/>
            <pc:sldMk cId="4119572013" sldId="277"/>
            <ac:picMk id="6" creationId="{EB6F4065-989C-24F4-9DC2-0EDD120F8E6A}"/>
          </ac:picMkLst>
        </pc:picChg>
      </pc:sldChg>
      <pc:sldChg chg="new del">
        <pc:chgData name="Thomas Dixon" userId="f7bf5c02-f15e-4251-9c23-f8a73065092e" providerId="ADAL" clId="{9E4F7595-43C6-4810-908A-8EA3006231F6}" dt="2026-10-05T01:56:42.896" v="2727" actId="680"/>
        <pc:sldMkLst>
          <pc:docMk/>
          <pc:sldMk cId="348185526" sldId="278"/>
        </pc:sldMkLst>
      </pc:sldChg>
      <pc:sldChg chg="addSp delSp modSp add mod ord">
        <pc:chgData name="Thomas Dixon" userId="f7bf5c02-f15e-4251-9c23-f8a73065092e" providerId="ADAL" clId="{9E4F7595-43C6-4810-908A-8EA3006231F6}" dt="2026-10-05T02:24:22.326" v="3724" actId="14100"/>
        <pc:sldMkLst>
          <pc:docMk/>
          <pc:sldMk cId="1516275465" sldId="278"/>
        </pc:sldMkLst>
        <pc:spChg chg="mod">
          <ac:chgData name="Thomas Dixon" userId="f7bf5c02-f15e-4251-9c23-f8a73065092e" providerId="ADAL" clId="{9E4F7595-43C6-4810-908A-8EA3006231F6}" dt="2026-10-05T01:56:50.774" v="2738" actId="20577"/>
          <ac:spMkLst>
            <pc:docMk/>
            <pc:sldMk cId="1516275465" sldId="278"/>
            <ac:spMk id="2" creationId="{E3F4083B-27B4-3F4E-12FF-7B9632206A65}"/>
          </ac:spMkLst>
        </pc:spChg>
        <pc:spChg chg="mod">
          <ac:chgData name="Thomas Dixon" userId="f7bf5c02-f15e-4251-9c23-f8a73065092e" providerId="ADAL" clId="{9E4F7595-43C6-4810-908A-8EA3006231F6}" dt="2026-10-05T02:24:22.326" v="3724" actId="14100"/>
          <ac:spMkLst>
            <pc:docMk/>
            <pc:sldMk cId="1516275465" sldId="278"/>
            <ac:spMk id="3" creationId="{64A5191F-9022-E5DE-DAAD-493B849B3B1A}"/>
          </ac:spMkLst>
        </pc:spChg>
        <pc:spChg chg="add del mod">
          <ac:chgData name="Thomas Dixon" userId="f7bf5c02-f15e-4251-9c23-f8a73065092e" providerId="ADAL" clId="{9E4F7595-43C6-4810-908A-8EA3006231F6}" dt="2026-10-05T02:24:18.720" v="3723" actId="22"/>
          <ac:spMkLst>
            <pc:docMk/>
            <pc:sldMk cId="1516275465" sldId="278"/>
            <ac:spMk id="4" creationId="{AC452799-ED55-B616-8DB1-ECE65B9A310B}"/>
          </ac:spMkLst>
        </pc:spChg>
        <pc:picChg chg="add del mod ord">
          <ac:chgData name="Thomas Dixon" userId="f7bf5c02-f15e-4251-9c23-f8a73065092e" providerId="ADAL" clId="{9E4F7595-43C6-4810-908A-8EA3006231F6}" dt="2026-10-05T02:22:30.042" v="3582" actId="22"/>
          <ac:picMkLst>
            <pc:docMk/>
            <pc:sldMk cId="1516275465" sldId="278"/>
            <ac:picMk id="6" creationId="{07EC4978-E7F0-AC9B-D875-A2952C7C3B63}"/>
          </ac:picMkLst>
        </pc:picChg>
        <pc:picChg chg="add del mod ord">
          <ac:chgData name="Thomas Dixon" userId="f7bf5c02-f15e-4251-9c23-f8a73065092e" providerId="ADAL" clId="{9E4F7595-43C6-4810-908A-8EA3006231F6}" dt="2026-10-05T02:23:15.531" v="3584" actId="22"/>
          <ac:picMkLst>
            <pc:docMk/>
            <pc:sldMk cId="1516275465" sldId="278"/>
            <ac:picMk id="8" creationId="{40B76A42-C2A0-1D25-CEDA-FB092F139049}"/>
          </ac:picMkLst>
        </pc:picChg>
        <pc:picChg chg="add del mod ord">
          <ac:chgData name="Thomas Dixon" userId="f7bf5c02-f15e-4251-9c23-f8a73065092e" providerId="ADAL" clId="{9E4F7595-43C6-4810-908A-8EA3006231F6}" dt="2026-10-05T02:23:18.026" v="3586" actId="22"/>
          <ac:picMkLst>
            <pc:docMk/>
            <pc:sldMk cId="1516275465" sldId="278"/>
            <ac:picMk id="10" creationId="{420B1A10-F181-5D6F-70FC-75775591B374}"/>
          </ac:picMkLst>
        </pc:picChg>
        <pc:picChg chg="add del mod ord">
          <ac:chgData name="Thomas Dixon" userId="f7bf5c02-f15e-4251-9c23-f8a73065092e" providerId="ADAL" clId="{9E4F7595-43C6-4810-908A-8EA3006231F6}" dt="2026-10-05T02:23:23.405" v="3590" actId="22"/>
          <ac:picMkLst>
            <pc:docMk/>
            <pc:sldMk cId="1516275465" sldId="278"/>
            <ac:picMk id="12" creationId="{58D41EF2-6DA5-71AE-B009-CB3640AA3101}"/>
          </ac:picMkLst>
        </pc:picChg>
        <pc:picChg chg="add del mod ord">
          <ac:chgData name="Thomas Dixon" userId="f7bf5c02-f15e-4251-9c23-f8a73065092e" providerId="ADAL" clId="{9E4F7595-43C6-4810-908A-8EA3006231F6}" dt="2026-10-05T02:24:16.406" v="3721" actId="22"/>
          <ac:picMkLst>
            <pc:docMk/>
            <pc:sldMk cId="1516275465" sldId="278"/>
            <ac:picMk id="14" creationId="{29ACFEF3-79AD-2B3E-F0D8-2CCCFF121AE3}"/>
          </ac:picMkLst>
        </pc:picChg>
        <pc:picChg chg="add mod ord">
          <ac:chgData name="Thomas Dixon" userId="f7bf5c02-f15e-4251-9c23-f8a73065092e" providerId="ADAL" clId="{9E4F7595-43C6-4810-908A-8EA3006231F6}" dt="2026-10-05T02:24:18.720" v="3723" actId="22"/>
          <ac:picMkLst>
            <pc:docMk/>
            <pc:sldMk cId="1516275465" sldId="278"/>
            <ac:picMk id="16" creationId="{F2E7E185-9EBA-2696-4D77-3B83F5A43F99}"/>
          </ac:picMkLst>
        </pc:picChg>
      </pc:sldChg>
      <pc:sldChg chg="addSp delSp modSp add del mod ord">
        <pc:chgData name="Thomas Dixon" userId="f7bf5c02-f15e-4251-9c23-f8a73065092e" providerId="ADAL" clId="{9E4F7595-43C6-4810-908A-8EA3006231F6}" dt="2026-10-05T02:27:37.065" v="3864" actId="5793"/>
        <pc:sldMkLst>
          <pc:docMk/>
          <pc:sldMk cId="2614968544" sldId="279"/>
        </pc:sldMkLst>
        <pc:spChg chg="mod">
          <ac:chgData name="Thomas Dixon" userId="f7bf5c02-f15e-4251-9c23-f8a73065092e" providerId="ADAL" clId="{9E4F7595-43C6-4810-908A-8EA3006231F6}" dt="2026-10-05T02:25:12.609" v="3769" actId="1076"/>
          <ac:spMkLst>
            <pc:docMk/>
            <pc:sldMk cId="2614968544" sldId="279"/>
            <ac:spMk id="2" creationId="{4C066CE0-4CA4-9DEC-71FD-71748E3FD872}"/>
          </ac:spMkLst>
        </pc:spChg>
        <pc:spChg chg="add del mod">
          <ac:chgData name="Thomas Dixon" userId="f7bf5c02-f15e-4251-9c23-f8a73065092e" providerId="ADAL" clId="{9E4F7595-43C6-4810-908A-8EA3006231F6}" dt="2026-10-05T02:27:16.546" v="3806" actId="22"/>
          <ac:spMkLst>
            <pc:docMk/>
            <pc:sldMk cId="2614968544" sldId="279"/>
            <ac:spMk id="3" creationId="{E64F9153-6376-A994-39A9-39CEE47373E0}"/>
          </ac:spMkLst>
        </pc:spChg>
        <pc:spChg chg="mod">
          <ac:chgData name="Thomas Dixon" userId="f7bf5c02-f15e-4251-9c23-f8a73065092e" providerId="ADAL" clId="{9E4F7595-43C6-4810-908A-8EA3006231F6}" dt="2026-10-05T02:27:37.065" v="3864" actId="5793"/>
          <ac:spMkLst>
            <pc:docMk/>
            <pc:sldMk cId="2614968544" sldId="279"/>
            <ac:spMk id="4" creationId="{A9EE0B04-33C8-A21A-5B3F-D6D9C6AE3284}"/>
          </ac:spMkLst>
        </pc:spChg>
        <pc:picChg chg="add del mod ord">
          <ac:chgData name="Thomas Dixon" userId="f7bf5c02-f15e-4251-9c23-f8a73065092e" providerId="ADAL" clId="{9E4F7595-43C6-4810-908A-8EA3006231F6}" dt="2026-10-05T02:26:39.497" v="3795" actId="22"/>
          <ac:picMkLst>
            <pc:docMk/>
            <pc:sldMk cId="2614968544" sldId="279"/>
            <ac:picMk id="6" creationId="{03327BE1-AECE-AAD3-C10C-C83A78773A5F}"/>
          </ac:picMkLst>
        </pc:picChg>
        <pc:picChg chg="add del mod ord">
          <ac:chgData name="Thomas Dixon" userId="f7bf5c02-f15e-4251-9c23-f8a73065092e" providerId="ADAL" clId="{9E4F7595-43C6-4810-908A-8EA3006231F6}" dt="2026-10-05T02:26:51.506" v="3801" actId="22"/>
          <ac:picMkLst>
            <pc:docMk/>
            <pc:sldMk cId="2614968544" sldId="279"/>
            <ac:picMk id="8" creationId="{1C5BFF58-C00E-5C12-FB66-595A5C1F80A8}"/>
          </ac:picMkLst>
        </pc:picChg>
        <pc:picChg chg="add del mod ord">
          <ac:chgData name="Thomas Dixon" userId="f7bf5c02-f15e-4251-9c23-f8a73065092e" providerId="ADAL" clId="{9E4F7595-43C6-4810-908A-8EA3006231F6}" dt="2026-10-05T02:26:54.118" v="3803" actId="22"/>
          <ac:picMkLst>
            <pc:docMk/>
            <pc:sldMk cId="2614968544" sldId="279"/>
            <ac:picMk id="10" creationId="{56E71EB6-2E7B-6C8A-55FF-EF35547860B9}"/>
          </ac:picMkLst>
        </pc:picChg>
        <pc:picChg chg="add del mod ord">
          <ac:chgData name="Thomas Dixon" userId="f7bf5c02-f15e-4251-9c23-f8a73065092e" providerId="ADAL" clId="{9E4F7595-43C6-4810-908A-8EA3006231F6}" dt="2026-10-05T02:27:06.356" v="3805" actId="22"/>
          <ac:picMkLst>
            <pc:docMk/>
            <pc:sldMk cId="2614968544" sldId="279"/>
            <ac:picMk id="12" creationId="{4FD1DA7D-F242-E09F-BBDD-D00B40A32272}"/>
          </ac:picMkLst>
        </pc:picChg>
        <pc:picChg chg="add mod ord">
          <ac:chgData name="Thomas Dixon" userId="f7bf5c02-f15e-4251-9c23-f8a73065092e" providerId="ADAL" clId="{9E4F7595-43C6-4810-908A-8EA3006231F6}" dt="2026-10-05T02:27:20.451" v="3808" actId="14100"/>
          <ac:picMkLst>
            <pc:docMk/>
            <pc:sldMk cId="2614968544" sldId="279"/>
            <ac:picMk id="14" creationId="{1AF3DB58-44CB-F37C-0507-7B0082CA35FA}"/>
          </ac:picMkLst>
        </pc:picChg>
      </pc:sldChg>
      <pc:sldChg chg="addSp delSp modSp add mod ord">
        <pc:chgData name="Thomas Dixon" userId="f7bf5c02-f15e-4251-9c23-f8a73065092e" providerId="ADAL" clId="{9E4F7595-43C6-4810-908A-8EA3006231F6}" dt="2026-10-05T02:28:58.067" v="3919" actId="1076"/>
        <pc:sldMkLst>
          <pc:docMk/>
          <pc:sldMk cId="3627024739" sldId="280"/>
        </pc:sldMkLst>
        <pc:spChg chg="mod">
          <ac:chgData name="Thomas Dixon" userId="f7bf5c02-f15e-4251-9c23-f8a73065092e" providerId="ADAL" clId="{9E4F7595-43C6-4810-908A-8EA3006231F6}" dt="2026-10-05T01:57:09.562" v="2770" actId="20577"/>
          <ac:spMkLst>
            <pc:docMk/>
            <pc:sldMk cId="3627024739" sldId="280"/>
            <ac:spMk id="2" creationId="{932965BB-FA39-5881-BBF5-B76BC41B1CC0}"/>
          </ac:spMkLst>
        </pc:spChg>
        <pc:spChg chg="mod">
          <ac:chgData name="Thomas Dixon" userId="f7bf5c02-f15e-4251-9c23-f8a73065092e" providerId="ADAL" clId="{9E4F7595-43C6-4810-908A-8EA3006231F6}" dt="2026-10-05T02:28:43.878" v="3914" actId="1076"/>
          <ac:spMkLst>
            <pc:docMk/>
            <pc:sldMk cId="3627024739" sldId="280"/>
            <ac:spMk id="3" creationId="{7089FED8-A0E9-F154-7365-D1232D78274F}"/>
          </ac:spMkLst>
        </pc:spChg>
        <pc:spChg chg="add del">
          <ac:chgData name="Thomas Dixon" userId="f7bf5c02-f15e-4251-9c23-f8a73065092e" providerId="ADAL" clId="{9E4F7595-43C6-4810-908A-8EA3006231F6}" dt="2026-10-05T02:28:51.516" v="3917" actId="478"/>
          <ac:spMkLst>
            <pc:docMk/>
            <pc:sldMk cId="3627024739" sldId="280"/>
            <ac:spMk id="4" creationId="{600A6881-50A1-C192-7AEE-BD60A8707CDA}"/>
          </ac:spMkLst>
        </pc:spChg>
        <pc:picChg chg="add del mod ord">
          <ac:chgData name="Thomas Dixon" userId="f7bf5c02-f15e-4251-9c23-f8a73065092e" providerId="ADAL" clId="{9E4F7595-43C6-4810-908A-8EA3006231F6}" dt="2026-10-05T02:28:43.031" v="3913" actId="22"/>
          <ac:picMkLst>
            <pc:docMk/>
            <pc:sldMk cId="3627024739" sldId="280"/>
            <ac:picMk id="6" creationId="{58A50F3C-AA40-C28F-A1D1-C861A1B63A15}"/>
          </ac:picMkLst>
        </pc:picChg>
        <pc:picChg chg="add mod">
          <ac:chgData name="Thomas Dixon" userId="f7bf5c02-f15e-4251-9c23-f8a73065092e" providerId="ADAL" clId="{9E4F7595-43C6-4810-908A-8EA3006231F6}" dt="2026-10-05T02:28:58.067" v="3919" actId="1076"/>
          <ac:picMkLst>
            <pc:docMk/>
            <pc:sldMk cId="3627024739" sldId="280"/>
            <ac:picMk id="8" creationId="{BBF4F795-6C58-D7D2-2609-6248EBF4AA26}"/>
          </ac:picMkLst>
        </pc:picChg>
      </pc:sldChg>
    </pc:docChg>
  </pc:docChgLst>
  <pc:docChgLst>
    <pc:chgData name="Thomas Dixon" userId="S::z3372528@ad.unsw.edu.au::f7bf5c02-f15e-4251-9c23-f8a73065092e" providerId="AD" clId="Web-{00000000-0000-0000-0000-000000000000}"/>
    <pc:docChg chg="addSld delSld">
      <pc:chgData name="Thomas Dixon" userId="S::z3372528@ad.unsw.edu.au::f7bf5c02-f15e-4251-9c23-f8a73065092e" providerId="AD" clId="Web-{00000000-0000-0000-0000-000000000000}" dt="2026-10-04T23:30:26.105" v="3"/>
      <pc:docMkLst>
        <pc:docMk/>
      </pc:docMkLst>
      <pc:sldChg chg="new del">
        <pc:chgData name="Thomas Dixon" userId="S::z3372528@ad.unsw.edu.au::f7bf5c02-f15e-4251-9c23-f8a73065092e" providerId="AD" clId="Web-{00000000-0000-0000-0000-000000000000}" dt="2026-10-04T23:30:26.105" v="3"/>
        <pc:sldMkLst>
          <pc:docMk/>
          <pc:sldMk cId="901993972" sldId="262"/>
        </pc:sldMkLst>
      </pc:sldChg>
      <pc:sldChg chg="new del">
        <pc:chgData name="Thomas Dixon" userId="S::z3372528@ad.unsw.edu.au::f7bf5c02-f15e-4251-9c23-f8a73065092e" providerId="AD" clId="Web-{00000000-0000-0000-0000-000000000000}" dt="2026-10-04T23:30:20.183" v="1"/>
        <pc:sldMkLst>
          <pc:docMk/>
          <pc:sldMk cId="2215018502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4588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575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212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566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9670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648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A60B404-9532-4DA8-8A40-EC339A5BE635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76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542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709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897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56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362917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682191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73360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739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696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4023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3890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977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9369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534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005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0522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9631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3216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739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1170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2DA4D-B8BB-BF69-98CE-68044269B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128AF-EEE6-E683-A6DC-E09B98592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3F669-7488-8963-8F87-66835838F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ED43D-DAE9-F57E-645A-6A86271C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35276-F84E-23BB-27FD-A8DC8D9E6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4605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E146D-42B7-B2D0-6979-2CE362F0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3021D-C4D7-C121-E756-C0615D66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1F03E-3CF2-A052-00BB-6A5B952BB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F39DF-F356-155A-921F-9AC0F1AC5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DD3DF-D6D2-951B-CD1B-F0E0F965D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676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4EC743F4-8769-40B4-85DF-6CB8DE9F66AA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369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  <p:sldLayoutId id="2147483753" r:id="rId19"/>
    <p:sldLayoutId id="2147483754" r:id="rId20"/>
    <p:sldLayoutId id="2147483755" r:id="rId21"/>
    <p:sldLayoutId id="2147483756" r:id="rId22"/>
    <p:sldLayoutId id="2147483757" r:id="rId23"/>
    <p:sldLayoutId id="2147483758" r:id="rId24"/>
    <p:sldLayoutId id="2147483759" r:id="rId25"/>
    <p:sldLayoutId id="2147483760" r:id="rId26"/>
    <p:sldLayoutId id="2147483761" r:id="rId27"/>
    <p:sldLayoutId id="2147483762" r:id="rId28"/>
    <p:sldLayoutId id="2147483763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rstudio-education.github.io/hopr/index.html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pandas.pydata.org/docs/getting_started/index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F300E-C4C4-50C5-D28C-4FAB4F21CA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Workshop 4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92A208-11B1-F004-91E6-B19F838845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python and R workshop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46375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34FBA-86DE-2256-E080-1F7F49890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My philosophy on teaching coding: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28006-9F7A-D4C7-9142-A11F11FA90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882A2-D3C9-A485-989A-E45C1E5A98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Move as many things (packages, tools, use cases </a:t>
            </a:r>
            <a:r>
              <a:rPr lang="en-US" dirty="0" err="1"/>
              <a:t>etc</a:t>
            </a:r>
            <a:r>
              <a:rPr lang="en-US" dirty="0"/>
              <a:t>) from the “unknown unknowns” to the “known unknowns”.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You won’t remember how to use any package, but you might remember it exists!</a:t>
            </a:r>
            <a:endParaRPr lang="en-US" dirty="0"/>
          </a:p>
        </p:txBody>
      </p:sp>
      <p:pic>
        <p:nvPicPr>
          <p:cNvPr id="5" name="Picture 4" descr="Rumsfeld's Logic of Known Knowns, Known Unknowns and Unknown Unknowns | by  Paul Austin Murphy | Paul Austin Murphy's Essays on Philosophy | Medium">
            <a:extLst>
              <a:ext uri="{FF2B5EF4-FFF2-40B4-BE49-F238E27FC236}">
                <a16:creationId xmlns:a16="http://schemas.microsoft.com/office/drawing/2014/main" id="{D9A3915D-80B3-5815-B538-6F5C6419D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749" y="1867160"/>
            <a:ext cx="5327650" cy="297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815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57530-264D-A822-0ABE-5D79953CC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and Coding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B469A-4057-EBDA-93C3-ACF0AA12C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2811462"/>
            <a:ext cx="4471600" cy="29670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AI tools are really good at coding!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AU" dirty="0"/>
              <a:t>Ask yourself; is it important to me that I learn how to do this?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Very useful case; ask it to debug (“find the errors for me”)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7A68B-C131-BD17-8879-528BDFAF5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88050" y="2622550"/>
            <a:ext cx="5214552" cy="31559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Back in my day we used random code we didn’t understand the *right* way</a:t>
            </a:r>
            <a:endParaRPr lang="en-AU" dirty="0"/>
          </a:p>
        </p:txBody>
      </p:sp>
      <p:pic>
        <p:nvPicPr>
          <p:cNvPr id="5" name="Picture 4" descr="Farewell Stack Exchange">
            <a:extLst>
              <a:ext uri="{FF2B5EF4-FFF2-40B4-BE49-F238E27FC236}">
                <a16:creationId xmlns:a16="http://schemas.microsoft.com/office/drawing/2014/main" id="{8F5E300C-DAE5-C871-8928-05F5B4FF6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6650" y="3348037"/>
            <a:ext cx="266700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70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7E0DE-C171-22E1-8C8D-3023E159A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asked, you answered;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A100-8D1B-88DE-3716-599650842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997" y="2100063"/>
            <a:ext cx="8106906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21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B5EC8-AE04-0543-A599-DFD9E1DD6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Programming Experience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4E785-562D-1C5F-815C-CCA8A246B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6" y="2119745"/>
            <a:ext cx="4725810" cy="4166755"/>
          </a:xfrm>
        </p:spPr>
        <p:txBody>
          <a:bodyPr/>
          <a:lstStyle/>
          <a:p>
            <a:r>
              <a:rPr lang="en-US" dirty="0"/>
              <a:t>Python:</a:t>
            </a:r>
          </a:p>
          <a:p>
            <a:pPr marL="285750" indent="-285750">
              <a:buFontTx/>
              <a:buChar char="-"/>
            </a:pPr>
            <a:r>
              <a:rPr lang="en-US" dirty="0"/>
              <a:t>Taught 3</a:t>
            </a:r>
            <a:r>
              <a:rPr lang="en-US" baseline="30000" dirty="0"/>
              <a:t>rd</a:t>
            </a:r>
            <a:r>
              <a:rPr lang="en-US" dirty="0"/>
              <a:t> year computational physics</a:t>
            </a:r>
          </a:p>
          <a:p>
            <a:pPr marL="285750" indent="-285750">
              <a:buFontTx/>
              <a:buChar char="-"/>
            </a:pPr>
            <a:r>
              <a:rPr lang="en-US" dirty="0"/>
              <a:t>Lots of bulk data processing and analysis in PhD</a:t>
            </a:r>
          </a:p>
          <a:p>
            <a:pPr marL="285750" indent="-285750">
              <a:buFontTx/>
              <a:buChar char="-"/>
            </a:pPr>
            <a:r>
              <a:rPr lang="en-US" dirty="0"/>
              <a:t>Small amounts of experiment interfacing and </a:t>
            </a:r>
            <a:r>
              <a:rPr lang="en-US" dirty="0" err="1"/>
              <a:t>webscraping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I learned python because I couldn’t afford </a:t>
            </a:r>
            <a:r>
              <a:rPr lang="en-US" dirty="0" err="1"/>
              <a:t>Matlab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8FF85F-552B-DF60-5584-73334093769F}"/>
              </a:ext>
            </a:extLst>
          </p:cNvPr>
          <p:cNvSpPr txBox="1">
            <a:spLocks/>
          </p:cNvSpPr>
          <p:nvPr/>
        </p:nvSpPr>
        <p:spPr>
          <a:xfrm>
            <a:off x="6096000" y="2119745"/>
            <a:ext cx="4725810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F455DDD-9AAD-D936-CB61-46C3EB25687E}"/>
              </a:ext>
            </a:extLst>
          </p:cNvPr>
          <p:cNvSpPr txBox="1">
            <a:spLocks/>
          </p:cNvSpPr>
          <p:nvPr/>
        </p:nvSpPr>
        <p:spPr>
          <a:xfrm>
            <a:off x="6049518" y="2119745"/>
            <a:ext cx="4725810" cy="1448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C++:</a:t>
            </a:r>
          </a:p>
          <a:p>
            <a:pPr marL="285750" indent="-285750">
              <a:buFontTx/>
              <a:buChar char="-"/>
            </a:pPr>
            <a:r>
              <a:rPr lang="en-US" dirty="0"/>
              <a:t>Brownian motion simulations!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Optmisation</a:t>
            </a:r>
            <a:r>
              <a:rPr lang="en-US" dirty="0"/>
              <a:t> of said simulations (multi-threading)</a:t>
            </a:r>
          </a:p>
          <a:p>
            <a:pPr marL="285750" indent="-285750">
              <a:buFontTx/>
              <a:buChar char="-"/>
            </a:pP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8096FED-BA22-7BA2-3DD0-BB27C305D702}"/>
              </a:ext>
            </a:extLst>
          </p:cNvPr>
          <p:cNvSpPr txBox="1">
            <a:spLocks/>
          </p:cNvSpPr>
          <p:nvPr/>
        </p:nvSpPr>
        <p:spPr>
          <a:xfrm>
            <a:off x="6049518" y="3662218"/>
            <a:ext cx="4725810" cy="1448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R:</a:t>
            </a:r>
          </a:p>
          <a:p>
            <a:r>
              <a:rPr lang="en-US" dirty="0"/>
              <a:t>- Never used it</a:t>
            </a:r>
          </a:p>
          <a:p>
            <a:pPr marL="285750" indent="-285750"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02852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6A2E1-9DAB-0612-9F88-A36516EF9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 Plan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128A7-0FA0-956B-9CB6-93187B92B13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What’s a Package, What’s an IDE?</a:t>
            </a:r>
          </a:p>
          <a:p>
            <a:r>
              <a:rPr lang="en-US" dirty="0"/>
              <a:t>Intro to </a:t>
            </a:r>
            <a:r>
              <a:rPr lang="en-US" u="sng" dirty="0"/>
              <a:t>Python:</a:t>
            </a:r>
            <a:r>
              <a:rPr lang="en-US" dirty="0"/>
              <a:t> getting it, learning it, using it.</a:t>
            </a:r>
          </a:p>
          <a:p>
            <a:r>
              <a:rPr lang="en-US" dirty="0"/>
              <a:t>Intro to </a:t>
            </a:r>
            <a:r>
              <a:rPr lang="en-US" u="sng" dirty="0"/>
              <a:t>R:</a:t>
            </a:r>
            <a:r>
              <a:rPr lang="en-US" dirty="0"/>
              <a:t> getting it, learning it, using it.</a:t>
            </a:r>
          </a:p>
          <a:p>
            <a:r>
              <a:rPr lang="en-US" dirty="0"/>
              <a:t>Python or R? The Age Old Question</a:t>
            </a:r>
          </a:p>
          <a:p>
            <a:r>
              <a:rPr lang="en-US" dirty="0"/>
              <a:t>Useful packages in python and R</a:t>
            </a:r>
          </a:p>
          <a:p>
            <a:r>
              <a:rPr lang="en-US" dirty="0"/>
              <a:t>(Overflow); Nerding out with Tom (using the </a:t>
            </a:r>
            <a:r>
              <a:rPr lang="en-US"/>
              <a:t>other presentation)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352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D4BF-1755-F7A7-AF83-21C25E9D8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Package</a:t>
            </a:r>
            <a:endParaRPr lang="en-AU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59BFEDD8-4A5E-91D0-3893-E47CA253749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290" b="290"/>
          <a:stretch/>
        </p:blipFill>
        <p:spPr>
          <a:prstGeom prst="rect">
            <a:avLst/>
          </a:prstGeo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9EAB9-D04A-319F-DB34-7220B37182ED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US" dirty="0"/>
              <a:t>Python and R have some nice base functions, but the reason they’re so popular are </a:t>
            </a:r>
            <a:r>
              <a:rPr lang="en-US" u="sng" dirty="0"/>
              <a:t>packages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Lots of people have written lots of really useful code and put them up for free!</a:t>
            </a:r>
          </a:p>
          <a:p>
            <a:endParaRPr lang="en-US" dirty="0"/>
          </a:p>
          <a:p>
            <a:r>
              <a:rPr lang="en-AU" dirty="0"/>
              <a:t>Knowing how to find and use good packages is basically the entire objective. </a:t>
            </a:r>
          </a:p>
        </p:txBody>
      </p:sp>
    </p:spTree>
    <p:extLst>
      <p:ext uri="{BB962C8B-B14F-4D97-AF65-F5344CB8AC3E}">
        <p14:creationId xmlns:p14="http://schemas.microsoft.com/office/powerpoint/2010/main" val="4077131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ED5FD-406E-CEA8-5003-3CDF3449C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Integrated Development Environment (IDE)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1B5A9-6CE1-A7B0-06CD-7C87331AF12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Normally, the code runs and you only see the output. This means it’s hard to see what it’s doing.</a:t>
            </a:r>
          </a:p>
          <a:p>
            <a:endParaRPr lang="en-US" dirty="0"/>
          </a:p>
          <a:p>
            <a:r>
              <a:rPr lang="en-US" dirty="0"/>
              <a:t>An IDE lets you;</a:t>
            </a:r>
          </a:p>
          <a:p>
            <a:pPr marL="285750" indent="-285750">
              <a:buFontTx/>
              <a:buChar char="-"/>
            </a:pPr>
            <a:r>
              <a:rPr lang="en-US" dirty="0"/>
              <a:t>See the code</a:t>
            </a:r>
          </a:p>
          <a:p>
            <a:pPr marL="285750" indent="-285750">
              <a:buFontTx/>
              <a:buChar char="-"/>
            </a:pPr>
            <a:r>
              <a:rPr lang="en-US" dirty="0"/>
              <a:t>Run the code</a:t>
            </a:r>
          </a:p>
          <a:p>
            <a:pPr marL="285750" indent="-285750">
              <a:buFontTx/>
              <a:buChar char="-"/>
            </a:pPr>
            <a:r>
              <a:rPr lang="en-US" dirty="0"/>
              <a:t>See the output</a:t>
            </a:r>
          </a:p>
          <a:p>
            <a:pPr marL="285750" indent="-285750">
              <a:buFontTx/>
              <a:buChar char="-"/>
            </a:pPr>
            <a:r>
              <a:rPr lang="en-US" u="sng" dirty="0"/>
              <a:t>See all the variables and bits and pieces</a:t>
            </a:r>
          </a:p>
          <a:p>
            <a:pPr marL="285750" indent="-285750">
              <a:buFontTx/>
              <a:buChar char="-"/>
            </a:pPr>
            <a:r>
              <a:rPr lang="en-US" dirty="0"/>
              <a:t>Use useful debug tools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AU" dirty="0"/>
              <a:t>STRONGLY recommend using an IDE! </a:t>
            </a:r>
          </a:p>
          <a:p>
            <a:r>
              <a:rPr lang="en-AU" dirty="0"/>
              <a:t>(We’ll see some)</a:t>
            </a: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73467D6-E553-AEA5-1A87-81F35BD03A4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2222" r="22222"/>
          <a:stretch/>
        </p:blipFill>
        <p:spPr>
          <a:prstGeom prst="rect">
            <a:avLst/>
          </a:prstGeo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4123702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04237-AF72-FF6F-B34C-D761ED9B4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Python!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A8F97-0E67-5394-0272-A0C4F743F60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Useful for:</a:t>
            </a:r>
          </a:p>
          <a:p>
            <a:pPr>
              <a:buFontTx/>
              <a:buChar char="-"/>
            </a:pPr>
            <a:r>
              <a:rPr lang="en-US" dirty="0"/>
              <a:t>TBH Damn near everything</a:t>
            </a:r>
          </a:p>
          <a:p>
            <a:pPr>
              <a:buFontTx/>
              <a:buChar char="-"/>
            </a:pPr>
            <a:r>
              <a:rPr lang="en-US" dirty="0"/>
              <a:t>Data processing / handling</a:t>
            </a:r>
          </a:p>
          <a:p>
            <a:pPr>
              <a:buFontTx/>
              <a:buChar char="-"/>
            </a:pPr>
            <a:r>
              <a:rPr lang="en-US" dirty="0"/>
              <a:t>Making pictures and plots</a:t>
            </a:r>
          </a:p>
          <a:p>
            <a:pPr>
              <a:buFontTx/>
              <a:buChar char="-"/>
            </a:pPr>
            <a:r>
              <a:rPr lang="en-US" dirty="0"/>
              <a:t>Doing simulations</a:t>
            </a:r>
          </a:p>
          <a:p>
            <a:pPr>
              <a:buFontTx/>
              <a:buChar char="-"/>
            </a:pPr>
            <a:r>
              <a:rPr lang="en-US" dirty="0"/>
              <a:t>Machine Learning</a:t>
            </a:r>
            <a:endParaRPr lang="en-AU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112C8E7-6755-3570-8AED-D918C9C9C16A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7191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6F5F6-4E9B-CB45-E2CA-97AB9E3C6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Python</a:t>
            </a:r>
            <a:endParaRPr lang="en-AU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6C21C1D-F1A1-CC9C-D7E2-8DF28B13452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6230" r="6230"/>
          <a:stretch/>
        </p:blipFill>
        <p:spPr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0CBD0-113C-7974-E810-32E795052EC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Many recommendations. My personal is </a:t>
            </a:r>
            <a:r>
              <a:rPr lang="en-US" u="sng" dirty="0"/>
              <a:t>Anaconda</a:t>
            </a:r>
            <a:r>
              <a:rPr lang="en-US" dirty="0"/>
              <a:t> (installs a lot of packages for you)</a:t>
            </a:r>
          </a:p>
          <a:p>
            <a:endParaRPr lang="en-US" dirty="0"/>
          </a:p>
          <a:p>
            <a:r>
              <a:rPr lang="en-US" dirty="0"/>
              <a:t>It comes with the </a:t>
            </a:r>
            <a:r>
              <a:rPr lang="en-US" u="sng" dirty="0"/>
              <a:t>Spyder</a:t>
            </a:r>
            <a:r>
              <a:rPr lang="en-US" dirty="0"/>
              <a:t> utility.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98791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BC234-E40C-8CAB-699D-D59DD1EF9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Python		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4BAD4-1CBC-4A26-1F39-9E1E37560E6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Go to automatethboringstuff.com </a:t>
            </a:r>
          </a:p>
          <a:p>
            <a:endParaRPr lang="en-US" dirty="0"/>
          </a:p>
          <a:p>
            <a:r>
              <a:rPr lang="en-US" dirty="0"/>
              <a:t>It’s a free book – scroll down to see the chapters.</a:t>
            </a:r>
          </a:p>
          <a:p>
            <a:endParaRPr lang="en-US" dirty="0"/>
          </a:p>
          <a:p>
            <a:r>
              <a:rPr lang="en-US" dirty="0"/>
              <a:t>It’s how I learned python, I strongly recommend it! </a:t>
            </a:r>
            <a:endParaRPr lang="en-AU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6DC3E93-A309-ABF8-2B53-5953F4F8ABA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7661" b="7661"/>
          <a:stretch/>
        </p:blipFill>
        <p:spPr>
          <a:prstGeom prst="rect">
            <a:avLst/>
          </a:prstGeo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15324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7793D-5DE1-A32E-4440-1C630C251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R!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BC4D0-6591-F07B-4F90-1F04C999513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Excellent at data processing and statistical analysis.</a:t>
            </a:r>
          </a:p>
          <a:p>
            <a:endParaRPr lang="en-US" dirty="0"/>
          </a:p>
          <a:p>
            <a:r>
              <a:rPr lang="en-US" dirty="0"/>
              <a:t>Efficient and fast!</a:t>
            </a:r>
          </a:p>
          <a:p>
            <a:endParaRPr lang="en-US" dirty="0"/>
          </a:p>
          <a:p>
            <a:r>
              <a:rPr lang="en-US" dirty="0"/>
              <a:t>OK at other things. </a:t>
            </a:r>
            <a:endParaRPr lang="en-AU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18B7E2E-9239-A2A4-3992-97B5A289F2B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8524" r="18524"/>
          <a:stretch/>
        </p:blipFill>
        <p:spPr>
          <a:prstGeom prst="rect">
            <a:avLst/>
          </a:prstGeo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84019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89185-D274-3957-C732-D5CAE8B65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R</a:t>
            </a:r>
            <a:endParaRPr lang="en-AU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18DBF04-C6D2-C410-206F-182A65DE10B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970" r="2970"/>
          <a:stretch/>
        </p:blipFill>
        <p:spPr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0ACC0D-D021-F46B-0D85-BC5286D7E79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First, go to cloud.r-project.org</a:t>
            </a:r>
          </a:p>
          <a:p>
            <a:r>
              <a:rPr lang="en-US" dirty="0"/>
              <a:t>(this is the language)</a:t>
            </a:r>
          </a:p>
          <a:p>
            <a:endParaRPr lang="en-US" dirty="0"/>
          </a:p>
          <a:p>
            <a:r>
              <a:rPr lang="en-US" dirty="0"/>
              <a:t>I’d recommend then going to “R Studio” online and downloading that as an IDE and package manager.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14630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A8B73-65B5-6BE3-3CEA-C685B2F9A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F5500-5E08-0D40-8623-A32B35FC1BA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Hands-On Programming with R is available for free online (</a:t>
            </a:r>
            <a:r>
              <a:rPr lang="en-US" dirty="0">
                <a:hlinkClick r:id="rId2"/>
              </a:rPr>
              <a:t>https://rstudio-education.github.io/hopr/index.html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Garrett Grolemund has been working at </a:t>
            </a:r>
            <a:r>
              <a:rPr lang="en-US" dirty="0" err="1"/>
              <a:t>Rstudio</a:t>
            </a:r>
            <a:r>
              <a:rPr lang="en-US" dirty="0"/>
              <a:t> for over a decade.</a:t>
            </a:r>
            <a:endParaRPr lang="en-AU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F145724-CB19-0ABA-9785-04B3289A401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7137" b="7137"/>
          <a:stretch/>
        </p:blipFill>
        <p:spPr>
          <a:prstGeom prst="rect">
            <a:avLst/>
          </a:prstGeom>
          <a:blipFill dpi="0" rotWithShape="1">
            <a:blip r:embed="rId4">
              <a:alphaModFix amt="60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756102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5C2A1-1FDB-B31E-D2C1-BBF41B579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Instlallation</a:t>
            </a:r>
            <a:r>
              <a:rPr lang="en-US" dirty="0"/>
              <a:t> Break</a:t>
            </a:r>
            <a:br>
              <a:rPr lang="en-US" dirty="0"/>
            </a:br>
            <a:br>
              <a:rPr lang="en-US" dirty="0"/>
            </a:br>
            <a:r>
              <a:rPr lang="en-US" dirty="0"/>
              <a:t>(Go install stuff)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5988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A3EE5-A0D9-3991-68D8-F392C9C60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Packages!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C2118-2484-AB8A-48F9-3564A6487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9400" y="1880756"/>
            <a:ext cx="5299362" cy="4558144"/>
          </a:xfrm>
        </p:spPr>
        <p:txBody>
          <a:bodyPr>
            <a:normAutofit/>
          </a:bodyPr>
          <a:lstStyle/>
          <a:p>
            <a:r>
              <a:rPr lang="en-US" sz="2800" dirty="0"/>
              <a:t>I asked my colleagues what they found most useful!</a:t>
            </a:r>
          </a:p>
          <a:p>
            <a:endParaRPr lang="en-US" sz="2800" dirty="0"/>
          </a:p>
          <a:p>
            <a:r>
              <a:rPr lang="en-AU" sz="2800" dirty="0"/>
              <a:t>Here, I’ll be listing out some bangers (each with a page).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45CFFC-66B8-ED52-01BD-BEC4AFAAC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818" y="2201626"/>
            <a:ext cx="4039164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60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93619-D744-C9C4-66D3-9BCE5A315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three in python</a:t>
            </a:r>
            <a:br>
              <a:rPr lang="en-US" dirty="0"/>
            </a:br>
            <a:r>
              <a:rPr lang="en-US" sz="2400" i="1" u="sng" dirty="0"/>
              <a:t>EVERYONE</a:t>
            </a:r>
            <a:r>
              <a:rPr lang="en-US" sz="2400" i="1" dirty="0"/>
              <a:t> Uses these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6291C-78C2-4F00-2BB4-5F2DBBD00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3096115" cy="3801284"/>
          </a:xfrm>
        </p:spPr>
        <p:txBody>
          <a:bodyPr/>
          <a:lstStyle/>
          <a:p>
            <a:pPr algn="ctr"/>
            <a:r>
              <a:rPr lang="en-US" u="sng" dirty="0" err="1"/>
              <a:t>Numpy</a:t>
            </a:r>
            <a:endParaRPr lang="en-US" u="sng" dirty="0"/>
          </a:p>
          <a:p>
            <a:r>
              <a:rPr lang="en-US" dirty="0"/>
              <a:t>Numerical Python computing tools.</a:t>
            </a:r>
          </a:p>
          <a:p>
            <a:endParaRPr lang="en-US" dirty="0"/>
          </a:p>
          <a:p>
            <a:r>
              <a:rPr lang="en-US" dirty="0"/>
              <a:t>Has all the basic number management functions, like;</a:t>
            </a:r>
          </a:p>
          <a:p>
            <a:pPr marL="285750" indent="-285750">
              <a:buFontTx/>
              <a:buChar char="-"/>
            </a:pPr>
            <a:r>
              <a:rPr lang="en-US" dirty="0"/>
              <a:t>Creating matrix / vector arrays</a:t>
            </a:r>
          </a:p>
          <a:p>
            <a:pPr marL="285750" indent="-285750">
              <a:buFontTx/>
              <a:buChar char="-"/>
            </a:pPr>
            <a:r>
              <a:rPr lang="en-US" dirty="0"/>
              <a:t>Random number generating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Sorting</a:t>
            </a:r>
            <a:endParaRPr lang="en-AU" dirty="0"/>
          </a:p>
          <a:p>
            <a:pPr marL="285750" indent="-285750">
              <a:buFontTx/>
              <a:buChar char="-"/>
            </a:pPr>
            <a:endParaRPr lang="en-AU" dirty="0"/>
          </a:p>
          <a:p>
            <a:r>
              <a:rPr lang="en-AU" dirty="0"/>
              <a:t>Many packages depend on it.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68A95-7A2C-162D-674B-00456F74F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30700" y="2440568"/>
            <a:ext cx="3289300" cy="3801283"/>
          </a:xfrm>
        </p:spPr>
        <p:txBody>
          <a:bodyPr/>
          <a:lstStyle/>
          <a:p>
            <a:pPr algn="ctr"/>
            <a:r>
              <a:rPr lang="en-US" u="sng" dirty="0" err="1"/>
              <a:t>Scipy</a:t>
            </a:r>
            <a:endParaRPr lang="en-US" u="sng" dirty="0"/>
          </a:p>
          <a:p>
            <a:r>
              <a:rPr lang="en-US" dirty="0"/>
              <a:t>Scientific algorithms!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Optimisation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/>
              <a:t>Curve fitting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Statistical analysis</a:t>
            </a:r>
          </a:p>
          <a:p>
            <a:pPr marL="285750" indent="-285750">
              <a:buFontTx/>
              <a:buChar char="-"/>
            </a:pPr>
            <a:r>
              <a:rPr lang="en-US" dirty="0"/>
              <a:t>Signal processing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Image processing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For most of your work, there will be a relevant SciPy Function!</a:t>
            </a:r>
            <a:endParaRPr lang="en-AU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9005224-5BC2-F089-E480-208B60369CDD}"/>
              </a:ext>
            </a:extLst>
          </p:cNvPr>
          <p:cNvSpPr txBox="1">
            <a:spLocks/>
          </p:cNvSpPr>
          <p:nvPr/>
        </p:nvSpPr>
        <p:spPr>
          <a:xfrm>
            <a:off x="7820515" y="2440568"/>
            <a:ext cx="3289300" cy="3801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7E7908B-C623-C0AE-0B9D-9A59F5174F2C}"/>
              </a:ext>
            </a:extLst>
          </p:cNvPr>
          <p:cNvSpPr txBox="1">
            <a:spLocks/>
          </p:cNvSpPr>
          <p:nvPr/>
        </p:nvSpPr>
        <p:spPr>
          <a:xfrm>
            <a:off x="7943850" y="2440568"/>
            <a:ext cx="3289300" cy="3801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Neue Haas Grotesk Text Pro" panose="020B050402020202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u="sng" dirty="0" err="1"/>
              <a:t>MatPlotLib</a:t>
            </a:r>
            <a:endParaRPr lang="en-US" u="sng" dirty="0"/>
          </a:p>
          <a:p>
            <a:r>
              <a:rPr lang="en-US" dirty="0"/>
              <a:t>THE plotting tool. Makes pictures, is exceptionally good at it. 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077BB0-4D09-60B8-A8F1-8DFB38B69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7376" y="3511550"/>
            <a:ext cx="2825774" cy="295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331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40EA9-6E78-46F6-332B-67DF46090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</a:t>
            </a:r>
            <a:endParaRPr lang="en-AU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5EAA87A-270B-813F-7E84-748155578F3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7368" b="7368"/>
          <a:stretch/>
        </p:blipFill>
        <p:spPr>
          <a:prstGeom prst="rect">
            <a:avLst/>
          </a:prstGeo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4DD5C-8801-6552-B37E-47920B11CEA7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u="sng" dirty="0"/>
              <a:t>very robust</a:t>
            </a:r>
            <a:r>
              <a:rPr lang="en-US" dirty="0"/>
              <a:t> and versatile data manipulation tool.</a:t>
            </a:r>
          </a:p>
          <a:p>
            <a:endParaRPr lang="en-US" dirty="0"/>
          </a:p>
          <a:p>
            <a:r>
              <a:rPr lang="en-US" dirty="0"/>
              <a:t>Great for when you have large sets of data, especially if there’s a mix of data types and/or the data are kind of ugly!</a:t>
            </a:r>
          </a:p>
          <a:p>
            <a:endParaRPr lang="en-US" dirty="0"/>
          </a:p>
          <a:p>
            <a:r>
              <a:rPr lang="en-US" dirty="0"/>
              <a:t>Head to </a:t>
            </a:r>
            <a:r>
              <a:rPr lang="en-US" dirty="0">
                <a:hlinkClick r:id="rId4"/>
              </a:rPr>
              <a:t>Pandas’ Getting Started Guide</a:t>
            </a:r>
            <a:r>
              <a:rPr lang="en-US" dirty="0"/>
              <a:t> for more info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51779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734B2-0FFE-FB83-C576-112F162CB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Scikit-learn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663BF-6429-ABFF-D536-0FD071A0695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5212157" cy="4099242"/>
          </a:xfrm>
        </p:spPr>
        <p:txBody>
          <a:bodyPr/>
          <a:lstStyle/>
          <a:p>
            <a:endParaRPr lang="en-AU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FD124846-13EE-7D7A-819B-0F612F9F21D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2712" b="2712"/>
          <a:stretch/>
        </p:blipFill>
        <p:spPr>
          <a:xfrm>
            <a:off x="4038600" y="0"/>
            <a:ext cx="8153400" cy="6858000"/>
          </a:xfrm>
          <a:prstGeom prst="rect">
            <a:avLst/>
          </a:prstGeo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961883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7297D-38A1-5C80-D6CC-0306500AC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891C-6A9C-1221-F56A-1AC127A8A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TinyGP</a:t>
            </a:r>
            <a:r>
              <a:rPr lang="en-US" dirty="0"/>
              <a:t> and EMCEE</a:t>
            </a:r>
            <a:endParaRPr lang="en-AU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B6F4065-989C-24F4-9DC2-0EDD120F8E6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710" r="5710"/>
          <a:stretch/>
        </p:blipFill>
        <p:spPr>
          <a:prstGeom prst="rect">
            <a:avLst/>
          </a:prstGeo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DEC29-2426-D8FF-18AD-817266B1A879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US" dirty="0"/>
              <a:t>Two very lightweight (i.e. not-bloated) packages for Markov Chain Monte Carlo (MCMC) simulation and other Gaussian Process modelling.</a:t>
            </a:r>
          </a:p>
          <a:p>
            <a:endParaRPr lang="en-US" dirty="0"/>
          </a:p>
          <a:p>
            <a:r>
              <a:rPr lang="en-US" dirty="0"/>
              <a:t>Basically if you’ve got to do something involving randomness and you need to do a lot of it, these packages can help.</a:t>
            </a:r>
          </a:p>
          <a:p>
            <a:endParaRPr lang="en-US" dirty="0"/>
          </a:p>
          <a:p>
            <a:r>
              <a:rPr lang="en-US" dirty="0"/>
              <a:t>Ben might be able to say more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9572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88C35-14D1-CC39-2127-3FB877A21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FFD00-DDB6-AED1-F4B5-C21684839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HDF5 Python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0770A-DC4F-4EBA-0FC5-2D85C1ABBDE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4" y="2214553"/>
            <a:ext cx="5212157" cy="871547"/>
          </a:xfrm>
        </p:spPr>
        <p:txBody>
          <a:bodyPr/>
          <a:lstStyle/>
          <a:p>
            <a:r>
              <a:rPr lang="en-US" dirty="0"/>
              <a:t>HDF5 (Hierarchical Data Format 5) is a format some fields store data in.</a:t>
            </a:r>
          </a:p>
          <a:p>
            <a:endParaRPr lang="en-AU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150622A-A983-B0BE-B13B-3683D06C40E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4077" r="14077"/>
          <a:stretch/>
        </p:blipFill>
        <p:spPr>
          <a:xfrm>
            <a:off x="6896100" y="0"/>
            <a:ext cx="5295900" cy="6858000"/>
          </a:xfrm>
          <a:prstGeom prst="rect">
            <a:avLst/>
          </a:prstGeo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7900F7-79A0-852A-6A49-24483B8AD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870" y="3022600"/>
            <a:ext cx="6315956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86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34F82-D1B4-AF76-D52F-509CB45A1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4083B-27B4-3F4E-12FF-7B9632206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Magic Axis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5191F-9022-E5DE-DAAD-493B849B3B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3485431" cy="4099242"/>
          </a:xfrm>
        </p:spPr>
        <p:txBody>
          <a:bodyPr/>
          <a:lstStyle/>
          <a:p>
            <a:r>
              <a:rPr lang="en-US" dirty="0"/>
              <a:t>An R plotting library.</a:t>
            </a:r>
          </a:p>
          <a:p>
            <a:endParaRPr lang="en-US" dirty="0"/>
          </a:p>
          <a:p>
            <a:r>
              <a:rPr lang="en-US" dirty="0"/>
              <a:t>Simple to use and full of nifty functions!</a:t>
            </a:r>
          </a:p>
          <a:p>
            <a:endParaRPr lang="en-US" dirty="0"/>
          </a:p>
          <a:p>
            <a:r>
              <a:rPr lang="en-US" dirty="0"/>
              <a:t>Good for making nice plots. </a:t>
            </a:r>
            <a:endParaRPr lang="en-AU" dirty="0"/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F2E7E185-9EBA-2696-4D77-3B83F5A43F9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806" r="2806"/>
          <a:stretch/>
        </p:blipFill>
        <p:spPr>
          <a:xfrm>
            <a:off x="4848225" y="0"/>
            <a:ext cx="7343775" cy="6858000"/>
          </a:xfrm>
          <a:prstGeom prst="rect">
            <a:avLst/>
          </a:prstGeo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516275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A9EFC-EEF7-642B-D246-C1D32B8BF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66CE0-4CA4-9DEC-71FD-71748E3F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9179" y="1049686"/>
            <a:ext cx="6339412" cy="1143000"/>
          </a:xfrm>
        </p:spPr>
        <p:txBody>
          <a:bodyPr/>
          <a:lstStyle/>
          <a:p>
            <a:r>
              <a:rPr lang="en-US" dirty="0" err="1"/>
              <a:t>Rfits</a:t>
            </a:r>
            <a:endParaRPr lang="en-AU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1AF3DB58-44CB-F37C-0507-7B0082CA35F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4516" b="14516"/>
          <a:stretch/>
        </p:blipFill>
        <p:spPr>
          <a:xfrm>
            <a:off x="12700" y="0"/>
            <a:ext cx="6338888" cy="6858000"/>
          </a:xfrm>
          <a:prstGeom prst="rect">
            <a:avLst/>
          </a:prstGeo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EE0B04-33C8-A21A-5B3F-D6D9C6AE328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885296" y="1924700"/>
            <a:ext cx="3814550" cy="3883614"/>
          </a:xfrm>
        </p:spPr>
        <p:txBody>
          <a:bodyPr/>
          <a:lstStyle/>
          <a:p>
            <a:r>
              <a:rPr lang="en-US" dirty="0"/>
              <a:t>Manipulating another file type – FITS (common for astro)</a:t>
            </a:r>
          </a:p>
          <a:p>
            <a:endParaRPr lang="en-US" dirty="0"/>
          </a:p>
          <a:p>
            <a:r>
              <a:rPr lang="en-US" dirty="0"/>
              <a:t>R Fits lets you handle those data types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149685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DF3DC-E300-EAE5-2298-4359BB55C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965BB-FA39-5881-BBF5-B76BC41B1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PPCOR + RSTAN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9FED8-A0E9-F154-7365-D1232D78274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4" y="2214554"/>
            <a:ext cx="5212157" cy="4099242"/>
          </a:xfrm>
        </p:spPr>
        <p:txBody>
          <a:bodyPr/>
          <a:lstStyle/>
          <a:p>
            <a:r>
              <a:rPr lang="en-US" dirty="0"/>
              <a:t>Correlation and Statistical Analysis tools!</a:t>
            </a:r>
          </a:p>
          <a:p>
            <a:endParaRPr lang="en-US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F4F795-6C58-D7D2-2609-6248EBF4A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20" y="2735181"/>
            <a:ext cx="7491484" cy="393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024739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198</TotalTime>
  <Words>818</Words>
  <Application>Microsoft Office PowerPoint</Application>
  <PresentationFormat>Widescreen</PresentationFormat>
  <Paragraphs>136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Neue Haas Grotesk Text Pro</vt:lpstr>
      <vt:lpstr>System Font Regular</vt:lpstr>
      <vt:lpstr>Wingdings</vt:lpstr>
      <vt:lpstr>Bjorn</vt:lpstr>
      <vt:lpstr>Workshop 4</vt:lpstr>
      <vt:lpstr>My philosophy on teaching coding:</vt:lpstr>
      <vt:lpstr>AI and Coding</vt:lpstr>
      <vt:lpstr>I asked, you answered;</vt:lpstr>
      <vt:lpstr>My Programming Experience</vt:lpstr>
      <vt:lpstr>Workshop Plan</vt:lpstr>
      <vt:lpstr>A Package</vt:lpstr>
      <vt:lpstr>An Integrated Development Environment (IDE)</vt:lpstr>
      <vt:lpstr>Python!</vt:lpstr>
      <vt:lpstr>Installing Python</vt:lpstr>
      <vt:lpstr>Learning Python  </vt:lpstr>
      <vt:lpstr>R!</vt:lpstr>
      <vt:lpstr>Installing R</vt:lpstr>
      <vt:lpstr>Learning R</vt:lpstr>
      <vt:lpstr>Instlallation Break  (Go install stuff)</vt:lpstr>
      <vt:lpstr>Packages!</vt:lpstr>
      <vt:lpstr>The Big three in python EVERYONE Uses these</vt:lpstr>
      <vt:lpstr>PANDAS </vt:lpstr>
      <vt:lpstr>Scikit-learn</vt:lpstr>
      <vt:lpstr>TinyGP and EMCEE</vt:lpstr>
      <vt:lpstr>HDF5 Python</vt:lpstr>
      <vt:lpstr>Magic Axis</vt:lpstr>
      <vt:lpstr>Rfits</vt:lpstr>
      <vt:lpstr>PPCOR + RSTAN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Dixon</dc:creator>
  <cp:lastModifiedBy>Thomas Dixon</cp:lastModifiedBy>
  <cp:revision>3</cp:revision>
  <dcterms:created xsi:type="dcterms:W3CDTF">2026-10-04T23:03:24Z</dcterms:created>
  <dcterms:modified xsi:type="dcterms:W3CDTF">2026-10-05T02:28:59Z</dcterms:modified>
</cp:coreProperties>
</file>