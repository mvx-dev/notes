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6"/>
  </p:notesMasterIdLst>
  <p:sldIdLst>
    <p:sldId id="284" r:id="rId5"/>
    <p:sldId id="256" r:id="rId6"/>
    <p:sldId id="257" r:id="rId7"/>
    <p:sldId id="305" r:id="rId8"/>
    <p:sldId id="306" r:id="rId9"/>
    <p:sldId id="307" r:id="rId10"/>
    <p:sldId id="304" r:id="rId11"/>
    <p:sldId id="308" r:id="rId12"/>
    <p:sldId id="309" r:id="rId13"/>
    <p:sldId id="310" r:id="rId14"/>
    <p:sldId id="311" r:id="rId15"/>
    <p:sldId id="312" r:id="rId16"/>
    <p:sldId id="313" r:id="rId17"/>
    <p:sldId id="259" r:id="rId18"/>
    <p:sldId id="297" r:id="rId19"/>
    <p:sldId id="291" r:id="rId20"/>
    <p:sldId id="293" r:id="rId21"/>
    <p:sldId id="292" r:id="rId22"/>
    <p:sldId id="302" r:id="rId23"/>
    <p:sldId id="303" r:id="rId24"/>
    <p:sldId id="285" r:id="rId25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B0C05B-EAB0-F53F-A41C-BB1B8E12EC64}" name="Gee Chong Ling" initials="GL" userId="S::z3198249@ad.unsw.edu.au::83002862-dcb2-4faa-80d2-b39839e9fe55" providerId="AD"/>
  <p188:author id="{B37EC6C6-3E7B-4E1C-39ED-C90057350284}" name="Ben Montet" initials="" userId="S::z3529659@ad.unsw.edu.au::a888762f-31a9-4fa6-a372-d97a52f1ff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C933CC-89D3-A262-6841-32DD06C91E48}" v="126" dt="2026-06-17T03:45:57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Dixon" userId="f7bf5c02-f15e-4251-9c23-f8a73065092e" providerId="ADAL" clId="{E2D12A92-0450-49A0-8DE9-EDE76DC0113C}"/>
    <pc:docChg chg="undo custSel addSld delSld modSld">
      <pc:chgData name="Thomas Dixon" userId="f7bf5c02-f15e-4251-9c23-f8a73065092e" providerId="ADAL" clId="{E2D12A92-0450-49A0-8DE9-EDE76DC0113C}" dt="2026-06-17T04:32:51.426" v="2945" actId="1076"/>
      <pc:docMkLst>
        <pc:docMk/>
      </pc:docMkLst>
      <pc:sldChg chg="modSp">
        <pc:chgData name="Thomas Dixon" userId="f7bf5c02-f15e-4251-9c23-f8a73065092e" providerId="ADAL" clId="{E2D12A92-0450-49A0-8DE9-EDE76DC0113C}" dt="2026-06-17T03:46:23.188" v="1" actId="20577"/>
        <pc:sldMkLst>
          <pc:docMk/>
          <pc:sldMk cId="109857222" sldId="256"/>
        </pc:sldMkLst>
        <pc:spChg chg="mod">
          <ac:chgData name="Thomas Dixon" userId="f7bf5c02-f15e-4251-9c23-f8a73065092e" providerId="ADAL" clId="{E2D12A92-0450-49A0-8DE9-EDE76DC0113C}" dt="2026-06-17T03:46:23.188" v="1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">
        <pc:chgData name="Thomas Dixon" userId="f7bf5c02-f15e-4251-9c23-f8a73065092e" providerId="ADAL" clId="{E2D12A92-0450-49A0-8DE9-EDE76DC0113C}" dt="2026-06-17T04:30:42.466" v="2935" actId="20577"/>
        <pc:sldMkLst>
          <pc:docMk/>
          <pc:sldMk cId="1557404704" sldId="285"/>
        </pc:sldMkLst>
        <pc:spChg chg="mod">
          <ac:chgData name="Thomas Dixon" userId="f7bf5c02-f15e-4251-9c23-f8a73065092e" providerId="ADAL" clId="{E2D12A92-0450-49A0-8DE9-EDE76DC0113C}" dt="2026-06-17T04:30:42.466" v="2935" actId="20577"/>
          <ac:spMkLst>
            <pc:docMk/>
            <pc:sldMk cId="1557404704" sldId="285"/>
            <ac:spMk id="2" creationId="{1E3E04DB-4F0B-75A6-03F2-C722A3F8710C}"/>
          </ac:spMkLst>
        </pc:spChg>
      </pc:sldChg>
      <pc:sldChg chg="modSp add">
        <pc:chgData name="Thomas Dixon" userId="f7bf5c02-f15e-4251-9c23-f8a73065092e" providerId="ADAL" clId="{E2D12A92-0450-49A0-8DE9-EDE76DC0113C}" dt="2026-06-17T03:47:08.238" v="27" actId="20577"/>
        <pc:sldMkLst>
          <pc:docMk/>
          <pc:sldMk cId="1150260804" sldId="304"/>
        </pc:sldMkLst>
        <pc:spChg chg="mod">
          <ac:chgData name="Thomas Dixon" userId="f7bf5c02-f15e-4251-9c23-f8a73065092e" providerId="ADAL" clId="{E2D12A92-0450-49A0-8DE9-EDE76DC0113C}" dt="2026-06-17T03:47:08.238" v="27" actId="20577"/>
          <ac:spMkLst>
            <pc:docMk/>
            <pc:sldMk cId="1150260804" sldId="304"/>
            <ac:spMk id="2" creationId="{6B456FD7-7803-406D-8F6F-0723D44FED1A}"/>
          </ac:spMkLst>
        </pc:spChg>
      </pc:sldChg>
      <pc:sldChg chg="modSp add">
        <pc:chgData name="Thomas Dixon" userId="f7bf5c02-f15e-4251-9c23-f8a73065092e" providerId="ADAL" clId="{E2D12A92-0450-49A0-8DE9-EDE76DC0113C}" dt="2026-06-17T03:48:49.926" v="335" actId="1076"/>
        <pc:sldMkLst>
          <pc:docMk/>
          <pc:sldMk cId="3186106449" sldId="305"/>
        </pc:sldMkLst>
        <pc:spChg chg="mod">
          <ac:chgData name="Thomas Dixon" userId="f7bf5c02-f15e-4251-9c23-f8a73065092e" providerId="ADAL" clId="{E2D12A92-0450-49A0-8DE9-EDE76DC0113C}" dt="2026-06-17T03:47:14.969" v="50" actId="20577"/>
          <ac:spMkLst>
            <pc:docMk/>
            <pc:sldMk cId="3186106449" sldId="305"/>
            <ac:spMk id="2" creationId="{8AF4C210-D154-4C95-8911-04B3A2F9A2FD}"/>
          </ac:spMkLst>
        </pc:spChg>
        <pc:spChg chg="mod">
          <ac:chgData name="Thomas Dixon" userId="f7bf5c02-f15e-4251-9c23-f8a73065092e" providerId="ADAL" clId="{E2D12A92-0450-49A0-8DE9-EDE76DC0113C}" dt="2026-06-17T03:48:49.926" v="335" actId="1076"/>
          <ac:spMkLst>
            <pc:docMk/>
            <pc:sldMk cId="3186106449" sldId="305"/>
            <ac:spMk id="3" creationId="{81B71FAF-B0B2-4A2B-BBA6-B8593392C5B3}"/>
          </ac:spMkLst>
        </pc:spChg>
      </pc:sldChg>
      <pc:sldChg chg="addSp delSp modSp add">
        <pc:chgData name="Thomas Dixon" userId="f7bf5c02-f15e-4251-9c23-f8a73065092e" providerId="ADAL" clId="{E2D12A92-0450-49A0-8DE9-EDE76DC0113C}" dt="2026-06-17T04:03:40.143" v="657" actId="20577"/>
        <pc:sldMkLst>
          <pc:docMk/>
          <pc:sldMk cId="1301950031" sldId="306"/>
        </pc:sldMkLst>
        <pc:spChg chg="mod">
          <ac:chgData name="Thomas Dixon" userId="f7bf5c02-f15e-4251-9c23-f8a73065092e" providerId="ADAL" clId="{E2D12A92-0450-49A0-8DE9-EDE76DC0113C}" dt="2026-06-17T03:48:59.463" v="370" actId="20577"/>
          <ac:spMkLst>
            <pc:docMk/>
            <pc:sldMk cId="1301950031" sldId="306"/>
            <ac:spMk id="2" creationId="{BB84FDE8-2D4F-4D16-BB8E-D580C4D9DA5D}"/>
          </ac:spMkLst>
        </pc:spChg>
        <pc:spChg chg="del">
          <ac:chgData name="Thomas Dixon" userId="f7bf5c02-f15e-4251-9c23-f8a73065092e" providerId="ADAL" clId="{E2D12A92-0450-49A0-8DE9-EDE76DC0113C}" dt="2026-06-17T04:02:02.957" v="395"/>
          <ac:spMkLst>
            <pc:docMk/>
            <pc:sldMk cId="1301950031" sldId="306"/>
            <ac:spMk id="3" creationId="{911CE130-0DD7-4D64-8386-4DD28CBEA3F7}"/>
          </ac:spMkLst>
        </pc:spChg>
        <pc:spChg chg="mod">
          <ac:chgData name="Thomas Dixon" userId="f7bf5c02-f15e-4251-9c23-f8a73065092e" providerId="ADAL" clId="{E2D12A92-0450-49A0-8DE9-EDE76DC0113C}" dt="2026-06-17T04:03:40.143" v="657" actId="20577"/>
          <ac:spMkLst>
            <pc:docMk/>
            <pc:sldMk cId="1301950031" sldId="306"/>
            <ac:spMk id="4" creationId="{DF5E1FA3-8CA4-4213-81D2-19D86F2E3C4D}"/>
          </ac:spMkLst>
        </pc:spChg>
        <pc:picChg chg="add mod">
          <ac:chgData name="Thomas Dixon" userId="f7bf5c02-f15e-4251-9c23-f8a73065092e" providerId="ADAL" clId="{E2D12A92-0450-49A0-8DE9-EDE76DC0113C}" dt="2026-06-17T04:02:05.550" v="398" actId="1076"/>
          <ac:picMkLst>
            <pc:docMk/>
            <pc:sldMk cId="1301950031" sldId="306"/>
            <ac:picMk id="6" creationId="{8D678089-093F-4F4A-83F9-440EF81388C5}"/>
          </ac:picMkLst>
        </pc:picChg>
      </pc:sldChg>
      <pc:sldChg chg="delSp modSp add">
        <pc:chgData name="Thomas Dixon" userId="f7bf5c02-f15e-4251-9c23-f8a73065092e" providerId="ADAL" clId="{E2D12A92-0450-49A0-8DE9-EDE76DC0113C}" dt="2026-06-17T04:04:56.538" v="812" actId="478"/>
        <pc:sldMkLst>
          <pc:docMk/>
          <pc:sldMk cId="384349280" sldId="307"/>
        </pc:sldMkLst>
        <pc:spChg chg="mod">
          <ac:chgData name="Thomas Dixon" userId="f7bf5c02-f15e-4251-9c23-f8a73065092e" providerId="ADAL" clId="{E2D12A92-0450-49A0-8DE9-EDE76DC0113C}" dt="2026-06-17T04:04:00.530" v="676" actId="20577"/>
          <ac:spMkLst>
            <pc:docMk/>
            <pc:sldMk cId="384349280" sldId="307"/>
            <ac:spMk id="2" creationId="{A84E2642-6941-478D-8366-61317C4B9091}"/>
          </ac:spMkLst>
        </pc:spChg>
        <pc:spChg chg="mod">
          <ac:chgData name="Thomas Dixon" userId="f7bf5c02-f15e-4251-9c23-f8a73065092e" providerId="ADAL" clId="{E2D12A92-0450-49A0-8DE9-EDE76DC0113C}" dt="2026-06-17T04:04:53.426" v="811" actId="20577"/>
          <ac:spMkLst>
            <pc:docMk/>
            <pc:sldMk cId="384349280" sldId="307"/>
            <ac:spMk id="3" creationId="{65DBA715-3A7B-43D3-BFC9-A3F4FEC3BEB9}"/>
          </ac:spMkLst>
        </pc:spChg>
        <pc:spChg chg="del">
          <ac:chgData name="Thomas Dixon" userId="f7bf5c02-f15e-4251-9c23-f8a73065092e" providerId="ADAL" clId="{E2D12A92-0450-49A0-8DE9-EDE76DC0113C}" dt="2026-06-17T04:04:56.538" v="812" actId="478"/>
          <ac:spMkLst>
            <pc:docMk/>
            <pc:sldMk cId="384349280" sldId="307"/>
            <ac:spMk id="4" creationId="{CE568F76-BB0E-422E-91DD-B5AAD4341CE0}"/>
          </ac:spMkLst>
        </pc:spChg>
      </pc:sldChg>
      <pc:sldChg chg="addSp delSp modSp add">
        <pc:chgData name="Thomas Dixon" userId="f7bf5c02-f15e-4251-9c23-f8a73065092e" providerId="ADAL" clId="{E2D12A92-0450-49A0-8DE9-EDE76DC0113C}" dt="2026-06-17T04:08:50.564" v="994" actId="1076"/>
        <pc:sldMkLst>
          <pc:docMk/>
          <pc:sldMk cId="1522421229" sldId="308"/>
        </pc:sldMkLst>
        <pc:spChg chg="mod">
          <ac:chgData name="Thomas Dixon" userId="f7bf5c02-f15e-4251-9c23-f8a73065092e" providerId="ADAL" clId="{E2D12A92-0450-49A0-8DE9-EDE76DC0113C}" dt="2026-06-17T04:08:11.569" v="986" actId="20577"/>
          <ac:spMkLst>
            <pc:docMk/>
            <pc:sldMk cId="1522421229" sldId="308"/>
            <ac:spMk id="2" creationId="{2466B196-1C09-44A1-B0A6-08AB8F8330E4}"/>
          </ac:spMkLst>
        </pc:spChg>
        <pc:spChg chg="del mod">
          <ac:chgData name="Thomas Dixon" userId="f7bf5c02-f15e-4251-9c23-f8a73065092e" providerId="ADAL" clId="{E2D12A92-0450-49A0-8DE9-EDE76DC0113C}" dt="2026-06-17T04:05:10.697" v="816" actId="478"/>
          <ac:spMkLst>
            <pc:docMk/>
            <pc:sldMk cId="1522421229" sldId="308"/>
            <ac:spMk id="3" creationId="{25DF121C-C4F5-4B6D-ABB8-7DAF67CCD5EF}"/>
          </ac:spMkLst>
        </pc:spChg>
        <pc:spChg chg="add mod">
          <ac:chgData name="Thomas Dixon" userId="f7bf5c02-f15e-4251-9c23-f8a73065092e" providerId="ADAL" clId="{E2D12A92-0450-49A0-8DE9-EDE76DC0113C}" dt="2026-06-17T04:08:46.813" v="993" actId="1076"/>
          <ac:spMkLst>
            <pc:docMk/>
            <pc:sldMk cId="1522421229" sldId="308"/>
            <ac:spMk id="4" creationId="{C7EC5091-1273-4622-BF08-EB0F12D5DFD0}"/>
          </ac:spMkLst>
        </pc:spChg>
        <pc:spChg chg="add mod">
          <ac:chgData name="Thomas Dixon" userId="f7bf5c02-f15e-4251-9c23-f8a73065092e" providerId="ADAL" clId="{E2D12A92-0450-49A0-8DE9-EDE76DC0113C}" dt="2026-06-17T04:08:44.608" v="992" actId="1076"/>
          <ac:spMkLst>
            <pc:docMk/>
            <pc:sldMk cId="1522421229" sldId="308"/>
            <ac:spMk id="5" creationId="{A8FDB095-B1A8-400F-BB4C-066F18B37B09}"/>
          </ac:spMkLst>
        </pc:spChg>
        <pc:spChg chg="add mod">
          <ac:chgData name="Thomas Dixon" userId="f7bf5c02-f15e-4251-9c23-f8a73065092e" providerId="ADAL" clId="{E2D12A92-0450-49A0-8DE9-EDE76DC0113C}" dt="2026-06-17T04:08:41.724" v="991" actId="1076"/>
          <ac:spMkLst>
            <pc:docMk/>
            <pc:sldMk cId="1522421229" sldId="308"/>
            <ac:spMk id="6" creationId="{B4BC156E-ACE4-457E-A1ED-C19BD3484AB1}"/>
          </ac:spMkLst>
        </pc:spChg>
        <pc:spChg chg="add mod">
          <ac:chgData name="Thomas Dixon" userId="f7bf5c02-f15e-4251-9c23-f8a73065092e" providerId="ADAL" clId="{E2D12A92-0450-49A0-8DE9-EDE76DC0113C}" dt="2026-06-17T04:08:50.564" v="994" actId="1076"/>
          <ac:spMkLst>
            <pc:docMk/>
            <pc:sldMk cId="1522421229" sldId="308"/>
            <ac:spMk id="7" creationId="{5CA30597-63E8-4A2D-886E-E61F5FFA3DC1}"/>
          </ac:spMkLst>
        </pc:spChg>
        <pc:spChg chg="add del mod">
          <ac:chgData name="Thomas Dixon" userId="f7bf5c02-f15e-4251-9c23-f8a73065092e" providerId="ADAL" clId="{E2D12A92-0450-49A0-8DE9-EDE76DC0113C}" dt="2026-06-17T04:08:38.962" v="989" actId="478"/>
          <ac:spMkLst>
            <pc:docMk/>
            <pc:sldMk cId="1522421229" sldId="308"/>
            <ac:spMk id="8" creationId="{49B71B0C-D967-42CC-AB3F-70AE6FB53A30}"/>
          </ac:spMkLst>
        </pc:spChg>
        <pc:spChg chg="add del mod">
          <ac:chgData name="Thomas Dixon" userId="f7bf5c02-f15e-4251-9c23-f8a73065092e" providerId="ADAL" clId="{E2D12A92-0450-49A0-8DE9-EDE76DC0113C}" dt="2026-06-17T04:08:39.670" v="990" actId="478"/>
          <ac:spMkLst>
            <pc:docMk/>
            <pc:sldMk cId="1522421229" sldId="308"/>
            <ac:spMk id="9" creationId="{57A1CC43-D383-4E5C-8C4A-E6661CFEB597}"/>
          </ac:spMkLst>
        </pc:spChg>
      </pc:sldChg>
      <pc:sldChg chg="addSp modSp add">
        <pc:chgData name="Thomas Dixon" userId="f7bf5c02-f15e-4251-9c23-f8a73065092e" providerId="ADAL" clId="{E2D12A92-0450-49A0-8DE9-EDE76DC0113C}" dt="2026-06-17T04:10:51.876" v="1317" actId="1076"/>
        <pc:sldMkLst>
          <pc:docMk/>
          <pc:sldMk cId="1843289663" sldId="309"/>
        </pc:sldMkLst>
        <pc:spChg chg="mod">
          <ac:chgData name="Thomas Dixon" userId="f7bf5c02-f15e-4251-9c23-f8a73065092e" providerId="ADAL" clId="{E2D12A92-0450-49A0-8DE9-EDE76DC0113C}" dt="2026-06-17T04:08:59.226" v="998" actId="20577"/>
          <ac:spMkLst>
            <pc:docMk/>
            <pc:sldMk cId="1843289663" sldId="309"/>
            <ac:spMk id="2" creationId="{B57D2950-B41E-48E4-B041-FD83AAA1B448}"/>
          </ac:spMkLst>
        </pc:spChg>
        <pc:spChg chg="mod">
          <ac:chgData name="Thomas Dixon" userId="f7bf5c02-f15e-4251-9c23-f8a73065092e" providerId="ADAL" clId="{E2D12A92-0450-49A0-8DE9-EDE76DC0113C}" dt="2026-06-17T04:10:51.876" v="1317" actId="1076"/>
          <ac:spMkLst>
            <pc:docMk/>
            <pc:sldMk cId="1843289663" sldId="309"/>
            <ac:spMk id="3" creationId="{3B43C4F5-FD8E-4B53-B236-CC552ED016A1}"/>
          </ac:spMkLst>
        </pc:spChg>
        <pc:picChg chg="add mod">
          <ac:chgData name="Thomas Dixon" userId="f7bf5c02-f15e-4251-9c23-f8a73065092e" providerId="ADAL" clId="{E2D12A92-0450-49A0-8DE9-EDE76DC0113C}" dt="2026-06-17T04:10:50.155" v="1316" actId="1076"/>
          <ac:picMkLst>
            <pc:docMk/>
            <pc:sldMk cId="1843289663" sldId="309"/>
            <ac:picMk id="2050" creationId="{7EB8AE9B-36CE-4407-9272-843B960BD8DD}"/>
          </ac:picMkLst>
        </pc:picChg>
      </pc:sldChg>
      <pc:sldChg chg="add del">
        <pc:chgData name="Thomas Dixon" userId="f7bf5c02-f15e-4251-9c23-f8a73065092e" providerId="ADAL" clId="{E2D12A92-0450-49A0-8DE9-EDE76DC0113C}" dt="2026-06-17T04:10:59.305" v="1319"/>
        <pc:sldMkLst>
          <pc:docMk/>
          <pc:sldMk cId="2239004661" sldId="310"/>
        </pc:sldMkLst>
      </pc:sldChg>
      <pc:sldChg chg="addSp modSp add">
        <pc:chgData name="Thomas Dixon" userId="f7bf5c02-f15e-4251-9c23-f8a73065092e" providerId="ADAL" clId="{E2D12A92-0450-49A0-8DE9-EDE76DC0113C}" dt="2026-06-17T04:20:47.043" v="1837" actId="1076"/>
        <pc:sldMkLst>
          <pc:docMk/>
          <pc:sldMk cId="4195271906" sldId="310"/>
        </pc:sldMkLst>
        <pc:spChg chg="mod">
          <ac:chgData name="Thomas Dixon" userId="f7bf5c02-f15e-4251-9c23-f8a73065092e" providerId="ADAL" clId="{E2D12A92-0450-49A0-8DE9-EDE76DC0113C}" dt="2026-06-17T04:13:10.700" v="1566" actId="20577"/>
          <ac:spMkLst>
            <pc:docMk/>
            <pc:sldMk cId="4195271906" sldId="310"/>
            <ac:spMk id="2" creationId="{2DB10005-F42A-4244-B9EB-B363A77BEB1E}"/>
          </ac:spMkLst>
        </pc:spChg>
        <pc:spChg chg="mod">
          <ac:chgData name="Thomas Dixon" userId="f7bf5c02-f15e-4251-9c23-f8a73065092e" providerId="ADAL" clId="{E2D12A92-0450-49A0-8DE9-EDE76DC0113C}" dt="2026-06-17T04:14:06.155" v="1831" actId="1076"/>
          <ac:spMkLst>
            <pc:docMk/>
            <pc:sldMk cId="4195271906" sldId="310"/>
            <ac:spMk id="3" creationId="{CE114014-7438-4DFE-B470-4AA518D23732}"/>
          </ac:spMkLst>
        </pc:spChg>
        <pc:picChg chg="add mod">
          <ac:chgData name="Thomas Dixon" userId="f7bf5c02-f15e-4251-9c23-f8a73065092e" providerId="ADAL" clId="{E2D12A92-0450-49A0-8DE9-EDE76DC0113C}" dt="2026-06-17T04:20:47.043" v="1837" actId="1076"/>
          <ac:picMkLst>
            <pc:docMk/>
            <pc:sldMk cId="4195271906" sldId="310"/>
            <ac:picMk id="6" creationId="{1DCB0099-0B52-4E59-AD2E-1EB47664F3F4}"/>
          </ac:picMkLst>
        </pc:picChg>
      </pc:sldChg>
      <pc:sldChg chg="addSp modSp add">
        <pc:chgData name="Thomas Dixon" userId="f7bf5c02-f15e-4251-9c23-f8a73065092e" providerId="ADAL" clId="{E2D12A92-0450-49A0-8DE9-EDE76DC0113C}" dt="2026-06-17T04:31:20.242" v="2941" actId="1076"/>
        <pc:sldMkLst>
          <pc:docMk/>
          <pc:sldMk cId="1037317899" sldId="311"/>
        </pc:sldMkLst>
        <pc:spChg chg="mod">
          <ac:chgData name="Thomas Dixon" userId="f7bf5c02-f15e-4251-9c23-f8a73065092e" providerId="ADAL" clId="{E2D12A92-0450-49A0-8DE9-EDE76DC0113C}" dt="2026-06-17T04:21:18.331" v="1859" actId="20577"/>
          <ac:spMkLst>
            <pc:docMk/>
            <pc:sldMk cId="1037317899" sldId="311"/>
            <ac:spMk id="2" creationId="{552B67CA-23AB-4B80-919A-A40724119425}"/>
          </ac:spMkLst>
        </pc:spChg>
        <pc:spChg chg="mod">
          <ac:chgData name="Thomas Dixon" userId="f7bf5c02-f15e-4251-9c23-f8a73065092e" providerId="ADAL" clId="{E2D12A92-0450-49A0-8DE9-EDE76DC0113C}" dt="2026-06-17T04:25:32.213" v="2227" actId="20577"/>
          <ac:spMkLst>
            <pc:docMk/>
            <pc:sldMk cId="1037317899" sldId="311"/>
            <ac:spMk id="3" creationId="{43032157-FAFB-4976-9268-AAD80A956B32}"/>
          </ac:spMkLst>
        </pc:spChg>
        <pc:picChg chg="add mod">
          <ac:chgData name="Thomas Dixon" userId="f7bf5c02-f15e-4251-9c23-f8a73065092e" providerId="ADAL" clId="{E2D12A92-0450-49A0-8DE9-EDE76DC0113C}" dt="2026-06-17T04:31:20.242" v="2941" actId="1076"/>
          <ac:picMkLst>
            <pc:docMk/>
            <pc:sldMk cId="1037317899" sldId="311"/>
            <ac:picMk id="5" creationId="{B88B14A4-86D9-403E-81B6-EED77E3D8B19}"/>
          </ac:picMkLst>
        </pc:picChg>
      </pc:sldChg>
      <pc:sldChg chg="addSp modSp add">
        <pc:chgData name="Thomas Dixon" userId="f7bf5c02-f15e-4251-9c23-f8a73065092e" providerId="ADAL" clId="{E2D12A92-0450-49A0-8DE9-EDE76DC0113C}" dt="2026-06-17T04:32:51.426" v="2945" actId="1076"/>
        <pc:sldMkLst>
          <pc:docMk/>
          <pc:sldMk cId="1981092661" sldId="312"/>
        </pc:sldMkLst>
        <pc:spChg chg="mod">
          <ac:chgData name="Thomas Dixon" userId="f7bf5c02-f15e-4251-9c23-f8a73065092e" providerId="ADAL" clId="{E2D12A92-0450-49A0-8DE9-EDE76DC0113C}" dt="2026-06-17T04:25:45.067" v="2251" actId="20577"/>
          <ac:spMkLst>
            <pc:docMk/>
            <pc:sldMk cId="1981092661" sldId="312"/>
            <ac:spMk id="2" creationId="{64DEA9A9-84D9-4D21-AECA-56C90B1C1AD8}"/>
          </ac:spMkLst>
        </pc:spChg>
        <pc:spChg chg="mod">
          <ac:chgData name="Thomas Dixon" userId="f7bf5c02-f15e-4251-9c23-f8a73065092e" providerId="ADAL" clId="{E2D12A92-0450-49A0-8DE9-EDE76DC0113C}" dt="2026-06-17T04:29:54.024" v="2697" actId="20577"/>
          <ac:spMkLst>
            <pc:docMk/>
            <pc:sldMk cId="1981092661" sldId="312"/>
            <ac:spMk id="3" creationId="{A29A64FA-1B13-4AE3-9BF6-B17166DB71CD}"/>
          </ac:spMkLst>
        </pc:spChg>
        <pc:picChg chg="add mod">
          <ac:chgData name="Thomas Dixon" userId="f7bf5c02-f15e-4251-9c23-f8a73065092e" providerId="ADAL" clId="{E2D12A92-0450-49A0-8DE9-EDE76DC0113C}" dt="2026-06-17T04:32:51.426" v="2945" actId="1076"/>
          <ac:picMkLst>
            <pc:docMk/>
            <pc:sldMk cId="1981092661" sldId="312"/>
            <ac:picMk id="3074" creationId="{54402AD9-5368-4CBE-B815-6C42F69CD7D8}"/>
          </ac:picMkLst>
        </pc:picChg>
      </pc:sldChg>
      <pc:sldChg chg="modSp add">
        <pc:chgData name="Thomas Dixon" userId="f7bf5c02-f15e-4251-9c23-f8a73065092e" providerId="ADAL" clId="{E2D12A92-0450-49A0-8DE9-EDE76DC0113C}" dt="2026-06-17T04:30:37.574" v="2934" actId="113"/>
        <pc:sldMkLst>
          <pc:docMk/>
          <pc:sldMk cId="3567016970" sldId="313"/>
        </pc:sldMkLst>
        <pc:spChg chg="mod">
          <ac:chgData name="Thomas Dixon" userId="f7bf5c02-f15e-4251-9c23-f8a73065092e" providerId="ADAL" clId="{E2D12A92-0450-49A0-8DE9-EDE76DC0113C}" dt="2026-06-17T04:29:58.725" v="2708" actId="20577"/>
          <ac:spMkLst>
            <pc:docMk/>
            <pc:sldMk cId="3567016970" sldId="313"/>
            <ac:spMk id="2" creationId="{0E920821-26D5-4353-AF68-87765B45CFEF}"/>
          </ac:spMkLst>
        </pc:spChg>
        <pc:spChg chg="mod">
          <ac:chgData name="Thomas Dixon" userId="f7bf5c02-f15e-4251-9c23-f8a73065092e" providerId="ADAL" clId="{E2D12A92-0450-49A0-8DE9-EDE76DC0113C}" dt="2026-06-17T04:30:37.574" v="2934" actId="113"/>
          <ac:spMkLst>
            <pc:docMk/>
            <pc:sldMk cId="3567016970" sldId="313"/>
            <ac:spMk id="3" creationId="{041BD679-8A47-40FB-874C-04953A5EC74B}"/>
          </ac:spMkLst>
        </pc:spChg>
      </pc:sldChg>
    </pc:docChg>
  </pc:docChgLst>
  <pc:docChgLst>
    <pc:chgData name="Thomas Dixon" userId="S::z3372528@ad.unsw.edu.au::f7bf5c02-f15e-4251-9c23-f8a73065092e" providerId="AD" clId="Web-{9DC933CC-89D3-A262-6841-32DD06C91E48}"/>
    <pc:docChg chg="delSld modSld">
      <pc:chgData name="Thomas Dixon" userId="S::z3372528@ad.unsw.edu.au::f7bf5c02-f15e-4251-9c23-f8a73065092e" providerId="AD" clId="Web-{9DC933CC-89D3-A262-6841-32DD06C91E48}" dt="2026-06-17T03:45:57.843" v="126"/>
      <pc:docMkLst>
        <pc:docMk/>
      </pc:docMkLst>
      <pc:sldChg chg="modSp">
        <pc:chgData name="Thomas Dixon" userId="S::z3372528@ad.unsw.edu.au::f7bf5c02-f15e-4251-9c23-f8a73065092e" providerId="AD" clId="Web-{9DC933CC-89D3-A262-6841-32DD06C91E48}" dt="2026-06-17T03:45:55.655" v="125" actId="20577"/>
        <pc:sldMkLst>
          <pc:docMk/>
          <pc:sldMk cId="1811610339" sldId="257"/>
        </pc:sldMkLst>
        <pc:spChg chg="mod">
          <ac:chgData name="Thomas Dixon" userId="S::z3372528@ad.unsw.edu.au::f7bf5c02-f15e-4251-9c23-f8a73065092e" providerId="AD" clId="Web-{9DC933CC-89D3-A262-6841-32DD06C91E48}" dt="2026-06-17T03:45:55.655" v="125" actId="20577"/>
          <ac:spMkLst>
            <pc:docMk/>
            <pc:sldMk cId="1811610339" sldId="257"/>
            <ac:spMk id="3" creationId="{FAF6965E-5B6F-8B7D-BC9C-8A98A9E5A72E}"/>
          </ac:spMkLst>
        </pc:spChg>
      </pc:sldChg>
      <pc:sldChg chg="del">
        <pc:chgData name="Thomas Dixon" userId="S::z3372528@ad.unsw.edu.au::f7bf5c02-f15e-4251-9c23-f8a73065092e" providerId="AD" clId="Web-{9DC933CC-89D3-A262-6841-32DD06C91E48}" dt="2026-06-17T03:30:01.410" v="7"/>
        <pc:sldMkLst>
          <pc:docMk/>
          <pc:sldMk cId="4049481340" sldId="286"/>
        </pc:sldMkLst>
      </pc:sldChg>
      <pc:sldChg chg="del">
        <pc:chgData name="Thomas Dixon" userId="S::z3372528@ad.unsw.edu.au::f7bf5c02-f15e-4251-9c23-f8a73065092e" providerId="AD" clId="Web-{9DC933CC-89D3-A262-6841-32DD06C91E48}" dt="2026-06-17T03:30:01.394" v="2"/>
        <pc:sldMkLst>
          <pc:docMk/>
          <pc:sldMk cId="3725410972" sldId="287"/>
        </pc:sldMkLst>
      </pc:sldChg>
      <pc:sldChg chg="del">
        <pc:chgData name="Thomas Dixon" userId="S::z3372528@ad.unsw.edu.au::f7bf5c02-f15e-4251-9c23-f8a73065092e" providerId="AD" clId="Web-{9DC933CC-89D3-A262-6841-32DD06C91E48}" dt="2026-06-17T03:45:57.843" v="126"/>
        <pc:sldMkLst>
          <pc:docMk/>
          <pc:sldMk cId="3364219708" sldId="288"/>
        </pc:sldMkLst>
      </pc:sldChg>
      <pc:sldChg chg="del">
        <pc:chgData name="Thomas Dixon" userId="S::z3372528@ad.unsw.edu.au::f7bf5c02-f15e-4251-9c23-f8a73065092e" providerId="AD" clId="Web-{9DC933CC-89D3-A262-6841-32DD06C91E48}" dt="2026-06-17T03:30:01.394" v="1"/>
        <pc:sldMkLst>
          <pc:docMk/>
          <pc:sldMk cId="773097311" sldId="289"/>
        </pc:sldMkLst>
      </pc:sldChg>
      <pc:sldChg chg="del">
        <pc:chgData name="Thomas Dixon" userId="S::z3372528@ad.unsw.edu.au::f7bf5c02-f15e-4251-9c23-f8a73065092e" providerId="AD" clId="Web-{9DC933CC-89D3-A262-6841-32DD06C91E48}" dt="2026-06-17T03:30:01.394" v="0"/>
        <pc:sldMkLst>
          <pc:docMk/>
          <pc:sldMk cId="1780352502" sldId="290"/>
        </pc:sldMkLst>
      </pc:sldChg>
      <pc:sldChg chg="del">
        <pc:chgData name="Thomas Dixon" userId="S::z3372528@ad.unsw.edu.au::f7bf5c02-f15e-4251-9c23-f8a73065092e" providerId="AD" clId="Web-{9DC933CC-89D3-A262-6841-32DD06C91E48}" dt="2026-06-17T03:30:01.410" v="6"/>
        <pc:sldMkLst>
          <pc:docMk/>
          <pc:sldMk cId="1022989359" sldId="298"/>
        </pc:sldMkLst>
      </pc:sldChg>
      <pc:sldChg chg="del">
        <pc:chgData name="Thomas Dixon" userId="S::z3372528@ad.unsw.edu.au::f7bf5c02-f15e-4251-9c23-f8a73065092e" providerId="AD" clId="Web-{9DC933CC-89D3-A262-6841-32DD06C91E48}" dt="2026-06-17T03:30:01.394" v="3"/>
        <pc:sldMkLst>
          <pc:docMk/>
          <pc:sldMk cId="3061013584" sldId="299"/>
        </pc:sldMkLst>
      </pc:sldChg>
      <pc:sldChg chg="del">
        <pc:chgData name="Thomas Dixon" userId="S::z3372528@ad.unsw.edu.au::f7bf5c02-f15e-4251-9c23-f8a73065092e" providerId="AD" clId="Web-{9DC933CC-89D3-A262-6841-32DD06C91E48}" dt="2026-06-17T03:30:01.410" v="5"/>
        <pc:sldMkLst>
          <pc:docMk/>
          <pc:sldMk cId="3090827457" sldId="300"/>
        </pc:sldMkLst>
      </pc:sldChg>
      <pc:sldChg chg="del">
        <pc:chgData name="Thomas Dixon" userId="S::z3372528@ad.unsw.edu.au::f7bf5c02-f15e-4251-9c23-f8a73065092e" providerId="AD" clId="Web-{9DC933CC-89D3-A262-6841-32DD06C91E48}" dt="2026-06-17T03:30:01.410" v="4"/>
        <pc:sldMkLst>
          <pc:docMk/>
          <pc:sldMk cId="2369378402" sldId="301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5A950-A25A-466E-8668-C171A7AAD950}" type="datetimeFigureOut">
              <a:rPr lang="en-AU" smtClean="0"/>
              <a:t>17/06/2026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C5922-4C3D-4736-AB12-5B45675C34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861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Aboriginal and Torres Strait Islander people have made and are continuing to make extraordinary contributions to the scientific community and I think it likely that the future of sustainability and biodiversity here will depend on enabling and enacting Indigenous-driven solutions.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" y="2194560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3915938"/>
            <a:ext cx="11506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2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2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2194560"/>
            <a:ext cx="11247120" cy="173736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3911827"/>
            <a:ext cx="11503152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2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74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83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7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5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0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69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01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0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478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AB2DC7-70F1-6DB8-B400-4A4889A9A1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Freeform 2"/>
          <p:cNvSpPr/>
          <p:nvPr/>
        </p:nvSpPr>
        <p:spPr>
          <a:xfrm>
            <a:off x="-676941" y="1438915"/>
            <a:ext cx="5140642" cy="5140642"/>
          </a:xfrm>
          <a:custGeom>
            <a:avLst/>
            <a:gdLst/>
            <a:ahLst/>
            <a:cxnLst/>
            <a:rect l="l" t="t" r="r" b="b"/>
            <a:pathLst>
              <a:path w="7710963" h="7710963">
                <a:moveTo>
                  <a:pt x="0" y="0"/>
                </a:moveTo>
                <a:lnTo>
                  <a:pt x="7710962" y="0"/>
                </a:lnTo>
                <a:lnTo>
                  <a:pt x="7710962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TextBox 3"/>
          <p:cNvSpPr txBox="1"/>
          <p:nvPr/>
        </p:nvSpPr>
        <p:spPr>
          <a:xfrm>
            <a:off x="851992" y="471598"/>
            <a:ext cx="10488017" cy="951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3"/>
              </a:lnSpc>
            </a:pPr>
            <a:r>
              <a:rPr lang="en-US" sz="5666" b="1">
                <a:solidFill>
                  <a:srgbClr val="F4AC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Acknowledgement of Country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20116" y="2793422"/>
            <a:ext cx="7986084" cy="2025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en-US" sz="2266" b="1">
                <a:solidFill>
                  <a:srgbClr val="C9C5C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 would like to acknowledge the Bedegal people as the Traditional Custodians of this land. I would also like to pay my respects to the Elders, past and present, and extend that respect to other Aboriginal and Torres Strait Islanders who are present here today.</a:t>
            </a:r>
          </a:p>
          <a:p>
            <a:pPr>
              <a:lnSpc>
                <a:spcPts val="3173"/>
              </a:lnSpc>
            </a:pPr>
            <a:endParaRPr lang="en-US" sz="2266" b="1">
              <a:solidFill>
                <a:srgbClr val="C9C5C2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SCIF2001 – Workshop 2B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First Steps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1BECB-E20E-9AD1-EB1E-2A781F49F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Today's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6965E-5B6F-8B7D-BC9C-8A98A9E5A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9784080" cy="46772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dirty="0"/>
              <a:t>Navigating the Uncertainty of Science</a:t>
            </a:r>
          </a:p>
          <a:p>
            <a:pPr marL="514350" indent="-514350">
              <a:buAutoNum type="arabicParenR"/>
            </a:pPr>
            <a:r>
              <a:rPr lang="en-US" sz="2800"/>
              <a:t>What can go wrong in science?</a:t>
            </a:r>
            <a:endParaRPr lang="en-US" sz="2800" dirty="0"/>
          </a:p>
          <a:p>
            <a:pPr marL="0" indent="0">
              <a:buNone/>
            </a:pPr>
            <a:r>
              <a:rPr lang="en-US" sz="2800"/>
              <a:t>Activity: Pick holes in a scientific plan!</a:t>
            </a:r>
            <a:endParaRPr lang="en-US" sz="2800" dirty="0"/>
          </a:p>
          <a:p>
            <a:pPr marL="0" indent="0">
              <a:buNone/>
            </a:pPr>
            <a:r>
              <a:rPr lang="en-US" sz="2800"/>
              <a:t>2) Methods to deal with scientific uncertainty</a:t>
            </a:r>
            <a:endParaRPr lang="en-US" sz="2800" dirty="0"/>
          </a:p>
          <a:p>
            <a:pPr marL="0" indent="0">
              <a:buNone/>
            </a:pPr>
            <a:r>
              <a:rPr lang="en-US" sz="2800"/>
              <a:t> - Backup Plans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 - Proof of </a:t>
            </a:r>
            <a:r>
              <a:rPr lang="en-US" sz="2800"/>
              <a:t>Concept</a:t>
            </a:r>
            <a:endParaRPr lang="en-US" sz="2800" dirty="0"/>
          </a:p>
          <a:p>
            <a:pPr marL="0" indent="0">
              <a:buNone/>
            </a:pPr>
            <a:r>
              <a:rPr lang="en-US" sz="2800"/>
              <a:t> ​- Milestone</a:t>
            </a:r>
            <a:endParaRPr lang="en-US" sz="2800" dirty="0"/>
          </a:p>
          <a:p>
            <a:pPr marL="0" indent="0">
              <a:buNone/>
            </a:pPr>
            <a:r>
              <a:rPr lang="en-US" sz="2800"/>
              <a:t>Activity: Plan for your future project!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10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4C210-D154-4C95-8911-04B3A2F9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Science is uncertain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71FAF-B0B2-4A2B-BBA6-B8593392C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034" y="2086837"/>
            <a:ext cx="5110199" cy="42062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Authentic research is sometimes difficult because </a:t>
            </a:r>
            <a:r>
              <a:rPr lang="en-US" b="1" dirty="0"/>
              <a:t>there are no clear answers</a:t>
            </a:r>
            <a:r>
              <a:rPr lang="en-US" dirty="0"/>
              <a:t>, and you </a:t>
            </a:r>
            <a:r>
              <a:rPr lang="en-US" b="1" dirty="0"/>
              <a:t>don’t know if what you’re doing will work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That’s how science is – and learning to be a scientist involves learning to navigate the unknown.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86106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FDE8-2D4F-4D16-BB8E-D580C4D9D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Identification and mitigation</a:t>
            </a:r>
            <a:endParaRPr lang="en-A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D678089-093F-4F4A-83F9-440EF81388C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55" y="2779748"/>
            <a:ext cx="4754562" cy="211895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E1FA3-8CA4-4213-81D2-19D86F2E3C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While </a:t>
            </a:r>
            <a:r>
              <a:rPr lang="en-US" b="1" dirty="0"/>
              <a:t>cool ideas</a:t>
            </a:r>
            <a:r>
              <a:rPr lang="en-US" dirty="0"/>
              <a:t> are an important part of science, </a:t>
            </a:r>
            <a:r>
              <a:rPr lang="en-US" b="1" dirty="0"/>
              <a:t>thinking about what can go wrong</a:t>
            </a:r>
            <a:r>
              <a:rPr lang="en-US" dirty="0"/>
              <a:t> matters!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Identification of risks in science is the first step in mitigating those risks – and getting successful science.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1950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E2642-6941-478D-8366-61317C4B9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cloud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BA715-3A7B-43D3-BFC9-A3F4FEC3BE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Think about a scientific project (yours, or one you’ve read about).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are or were some of the risks to that project?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349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56FD7-7803-406D-8F6F-0723D44FED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can go wrong?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91EBB-4373-4478-A378-299912E7ED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260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6B196-1C09-44A1-B0A6-08AB8F83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Examples</a:t>
            </a:r>
            <a:endParaRPr lang="en-AU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EC5091-1273-4622-BF08-EB0F12D5DFD0}"/>
              </a:ext>
            </a:extLst>
          </p:cNvPr>
          <p:cNvSpPr/>
          <p:nvPr/>
        </p:nvSpPr>
        <p:spPr>
          <a:xfrm>
            <a:off x="1931096" y="2220237"/>
            <a:ext cx="3607498" cy="1496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Timeline issues!</a:t>
            </a:r>
            <a:endParaRPr lang="en-AU" sz="40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FDB095-B1A8-400F-BB4C-066F18B37B09}"/>
              </a:ext>
            </a:extLst>
          </p:cNvPr>
          <p:cNvSpPr/>
          <p:nvPr/>
        </p:nvSpPr>
        <p:spPr>
          <a:xfrm>
            <a:off x="1931096" y="4444725"/>
            <a:ext cx="3607498" cy="1496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Equipment Failure!</a:t>
            </a:r>
            <a:endParaRPr lang="en-AU" sz="40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BC156E-ACE4-457E-A1ED-C19BD3484AB1}"/>
              </a:ext>
            </a:extLst>
          </p:cNvPr>
          <p:cNvSpPr/>
          <p:nvPr/>
        </p:nvSpPr>
        <p:spPr>
          <a:xfrm>
            <a:off x="6221260" y="4444725"/>
            <a:ext cx="3607498" cy="1496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Bad Procedure!</a:t>
            </a:r>
            <a:endParaRPr lang="en-AU" sz="40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A30597-63E8-4A2D-886E-E61F5FFA3DC1}"/>
              </a:ext>
            </a:extLst>
          </p:cNvPr>
          <p:cNvSpPr/>
          <p:nvPr/>
        </p:nvSpPr>
        <p:spPr>
          <a:xfrm>
            <a:off x="6221260" y="2220237"/>
            <a:ext cx="3607498" cy="14968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Incorrect Assumptions!</a:t>
            </a:r>
            <a:endParaRPr lang="en-AU" sz="4000" b="1" dirty="0"/>
          </a:p>
        </p:txBody>
      </p:sp>
    </p:spTree>
    <p:extLst>
      <p:ext uri="{BB962C8B-B14F-4D97-AF65-F5344CB8AC3E}">
        <p14:creationId xmlns:p14="http://schemas.microsoft.com/office/powerpoint/2010/main" val="1522421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2950-B41E-48E4-B041-FD83AAA1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3C4F5-FD8E-4B53-B236-CC552ED01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514" y="2011680"/>
            <a:ext cx="5718132" cy="4206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Running out of time is a large risk in short-term projects. </a:t>
            </a:r>
          </a:p>
          <a:p>
            <a:pPr marL="0" indent="0">
              <a:buNone/>
            </a:pPr>
            <a:r>
              <a:rPr lang="en-US" sz="2800" dirty="0"/>
              <a:t>Identify the parts that:</a:t>
            </a:r>
          </a:p>
          <a:p>
            <a:r>
              <a:rPr lang="en-US" sz="2800" dirty="0"/>
              <a:t>Have flow-on effects if delayed</a:t>
            </a:r>
          </a:p>
          <a:p>
            <a:r>
              <a:rPr lang="en-US" sz="2800" dirty="0"/>
              <a:t>Depend on external factors</a:t>
            </a:r>
          </a:p>
          <a:p>
            <a:r>
              <a:rPr lang="en-US" sz="2800" dirty="0"/>
              <a:t>Cannot be ‘compressed’ </a:t>
            </a:r>
            <a:r>
              <a:rPr lang="en-US" sz="1400" dirty="0"/>
              <a:t>(i.e. you can’t pull an all-nighter to grow new cells, even if you could for analysis!)</a:t>
            </a:r>
            <a:endParaRPr lang="en-AU" sz="2800" dirty="0"/>
          </a:p>
        </p:txBody>
      </p:sp>
      <p:pic>
        <p:nvPicPr>
          <p:cNvPr id="2050" name="Picture 2" descr="I'm Outta Time - Wikipedia">
            <a:extLst>
              <a:ext uri="{FF2B5EF4-FFF2-40B4-BE49-F238E27FC236}">
                <a16:creationId xmlns:a16="http://schemas.microsoft.com/office/drawing/2014/main" id="{7EB8AE9B-36CE-4407-9272-843B960BD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751" y="2061836"/>
            <a:ext cx="3774248" cy="377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289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10005-F42A-4244-B9EB-B363A77BE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Equipment Failure / Resource issues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14014-7438-4DFE-B470-4AA518D23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2975" y="1913647"/>
            <a:ext cx="6120637" cy="4939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Interfacing with reality exposes you to the whims of reality </a:t>
            </a:r>
            <a:r>
              <a:rPr lang="en-US" sz="2800" dirty="0">
                <a:sym typeface="Wingdings" panose="05000000000000000000" pitchFamily="2" charset="2"/>
              </a:rPr>
              <a:t>. Stuff breaks, or doesn’t work, or needs calibration.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Consider:</a:t>
            </a:r>
          </a:p>
          <a:p>
            <a:r>
              <a:rPr lang="en-US" sz="2800" dirty="0"/>
              <a:t>Is there one machine or device that is </a:t>
            </a:r>
            <a:r>
              <a:rPr lang="en-US" sz="2800" b="1" dirty="0"/>
              <a:t>vital </a:t>
            </a:r>
            <a:r>
              <a:rPr lang="en-US" sz="2800" dirty="0"/>
              <a:t>for your project? Are there backups?</a:t>
            </a:r>
          </a:p>
          <a:p>
            <a:r>
              <a:rPr lang="en-US" sz="2800" dirty="0"/>
              <a:t>Do I need to make something early on, that later work depends on?</a:t>
            </a:r>
            <a:endParaRPr lang="en-AU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CB0099-0B52-4E59-AD2E-1EB47664F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54" y="2323578"/>
            <a:ext cx="4508704" cy="330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271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B67CA-23AB-4B80-919A-A4072411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Incorrect assumptions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32157-FAFB-4976-9268-AAD80A956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4972413" cy="42062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Sometimes you make guesses about how your experiment will evolve, or what the results will look like. </a:t>
            </a:r>
          </a:p>
          <a:p>
            <a:pPr marL="0" indent="0">
              <a:buNone/>
            </a:pPr>
            <a:r>
              <a:rPr lang="en-US" dirty="0"/>
              <a:t>Consider:</a:t>
            </a:r>
          </a:p>
          <a:p>
            <a:r>
              <a:rPr lang="en-US" dirty="0"/>
              <a:t>If I got this assumption wrong, would my data still be valid?</a:t>
            </a:r>
          </a:p>
          <a:p>
            <a:r>
              <a:rPr lang="en-US" dirty="0"/>
              <a:t>Can I do a simpler experiment first to test that my assumptions are true?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8B14A4-86D9-403E-81B6-EED77E3D8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060" y="2429267"/>
            <a:ext cx="5117723" cy="300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17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EA9A9-84D9-4D21-AECA-56C90B1C1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procedure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A64FA-1B13-4AE3-9BF6-B17166DB7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357" y="2011680"/>
            <a:ext cx="5882642" cy="42062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it’s your first time doing something, it’s really hard to know if you’re doing it right!</a:t>
            </a:r>
          </a:p>
          <a:p>
            <a:pPr marL="0" indent="0">
              <a:buNone/>
            </a:pPr>
            <a:r>
              <a:rPr lang="en-US" dirty="0"/>
              <a:t>To make sure you don’t find out right at the end, consider;</a:t>
            </a:r>
          </a:p>
          <a:p>
            <a:r>
              <a:rPr lang="en-US" dirty="0"/>
              <a:t>Is there a known result that you can replicate to make sure you’re following correct procedure?</a:t>
            </a:r>
          </a:p>
          <a:p>
            <a:r>
              <a:rPr lang="en-US" dirty="0"/>
              <a:t>What would the early signs be of your experiment output not looking right?</a:t>
            </a:r>
            <a:endParaRPr lang="en-AU" dirty="0"/>
          </a:p>
        </p:txBody>
      </p:sp>
      <p:pic>
        <p:nvPicPr>
          <p:cNvPr id="3074" name="Picture 2" descr="Fridge Magnet Funny Cereal of Fire - Homer's Breakfast for Mr.burns -  MAGNET (4&quot; * 4&quot;) - Etsy Australia">
            <a:extLst>
              <a:ext uri="{FF2B5EF4-FFF2-40B4-BE49-F238E27FC236}">
                <a16:creationId xmlns:a16="http://schemas.microsoft.com/office/drawing/2014/main" id="{54402AD9-5368-4CBE-B815-6C42F69CD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88" y="2198318"/>
            <a:ext cx="3592030" cy="353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1092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20821-26D5-4353-AF68-87765B45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BD679-8A47-40FB-874C-04953A5E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groups, or on your own, think about your research project.</a:t>
            </a:r>
          </a:p>
          <a:p>
            <a:pPr marL="0" indent="0">
              <a:buNone/>
            </a:pPr>
            <a:r>
              <a:rPr lang="en-US" b="1" dirty="0"/>
              <a:t>What’s one risk to this project, based on what we’ve outlined?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(There’s a quiz question on this later!)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67016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71590-EDDF-5229-A2AD-670A1A550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the Uncertainty of Research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5EDF0-F876-0205-BEAD-DBDE729A3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you plan when the future is uncertain?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8547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E48B-0640-CD8C-53F5-E63873DB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 to use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7AF4D-9DFF-CF24-5EBE-33500C40D2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can never know the outcome of research before you begin – that’s why it’s research!</a:t>
            </a:r>
          </a:p>
          <a:p>
            <a:pPr marL="0" indent="0">
              <a:buNone/>
            </a:pPr>
            <a:r>
              <a:rPr lang="en-AU" dirty="0"/>
              <a:t>Good scientists don’t just hope it works out – they do their best to mitigate the uncertainty of their research.</a:t>
            </a:r>
          </a:p>
          <a:p>
            <a:pPr marL="0" indent="0">
              <a:buNone/>
            </a:pPr>
            <a:r>
              <a:rPr lang="en-AU" dirty="0"/>
              <a:t>Today we’ll learn about three methods:</a:t>
            </a:r>
          </a:p>
          <a:p>
            <a:pPr>
              <a:buFontTx/>
              <a:buChar char="-"/>
            </a:pPr>
            <a:r>
              <a:rPr lang="en-AU" dirty="0"/>
              <a:t>Proof of Concept</a:t>
            </a:r>
          </a:p>
          <a:p>
            <a:pPr>
              <a:buFontTx/>
              <a:buChar char="-"/>
            </a:pPr>
            <a:r>
              <a:rPr lang="en-AU" dirty="0"/>
              <a:t>Milestone Experiment</a:t>
            </a:r>
          </a:p>
          <a:p>
            <a:pPr>
              <a:buFontTx/>
              <a:buChar char="-"/>
            </a:pPr>
            <a:r>
              <a:rPr lang="en-US" dirty="0"/>
              <a:t>Backup Plan</a:t>
            </a:r>
          </a:p>
        </p:txBody>
      </p:sp>
      <p:pic>
        <p:nvPicPr>
          <p:cNvPr id="6" name="Content Placeholder 5" descr="A clock with white text&#10;&#10;AI-generated content may be incorrect.">
            <a:extLst>
              <a:ext uri="{FF2B5EF4-FFF2-40B4-BE49-F238E27FC236}">
                <a16:creationId xmlns:a16="http://schemas.microsoft.com/office/drawing/2014/main" id="{15E8A1CE-815A-9D5C-FD04-56AB71BDAC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938" y="2735977"/>
            <a:ext cx="4754562" cy="2757645"/>
          </a:xfrm>
        </p:spPr>
      </p:pic>
    </p:spTree>
    <p:extLst>
      <p:ext uri="{BB962C8B-B14F-4D97-AF65-F5344CB8AC3E}">
        <p14:creationId xmlns:p14="http://schemas.microsoft.com/office/powerpoint/2010/main" val="3532826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26BD-1CFA-F95A-CFAC-3CD0943C2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Concept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ACD06-B362-59F3-F194-5689CD382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5950" y="2011680"/>
            <a:ext cx="4838700" cy="4562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u="sng" dirty="0"/>
              <a:t>proof of concept</a:t>
            </a:r>
            <a:r>
              <a:rPr lang="en-US" dirty="0"/>
              <a:t> shows that your experiment might theoretically work out. </a:t>
            </a:r>
            <a:r>
              <a:rPr lang="en-AU" dirty="0"/>
              <a:t>If when planning your experiment, you (or someone) ask “is it even possible to do X” – then it’s time for a proof of concept!</a:t>
            </a:r>
          </a:p>
          <a:p>
            <a:pPr marL="0" indent="0">
              <a:buNone/>
            </a:pPr>
            <a:r>
              <a:rPr lang="en-AU" dirty="0"/>
              <a:t>A good proof of concept experiment:</a:t>
            </a:r>
          </a:p>
          <a:p>
            <a:pPr>
              <a:buFontTx/>
              <a:buChar char="-"/>
            </a:pPr>
            <a:r>
              <a:rPr lang="en-AU" dirty="0"/>
              <a:t>Focuses on the most uncertain aspect of the experiment.</a:t>
            </a:r>
          </a:p>
          <a:p>
            <a:pPr>
              <a:buFontTx/>
              <a:buChar char="-"/>
            </a:pPr>
            <a:r>
              <a:rPr lang="en-AU" dirty="0"/>
              <a:t>Can be conducted and verified more quickly than the real experiment. </a:t>
            </a:r>
          </a:p>
          <a:p>
            <a:pPr>
              <a:buFontTx/>
              <a:buChar char="-"/>
            </a:pPr>
            <a:r>
              <a:rPr lang="en-AU" dirty="0"/>
              <a:t>Could be literature / calculative based!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hand writing a diagram&#10;&#10;AI-generated content may be incorrect.">
            <a:extLst>
              <a:ext uri="{FF2B5EF4-FFF2-40B4-BE49-F238E27FC236}">
                <a16:creationId xmlns:a16="http://schemas.microsoft.com/office/drawing/2014/main" id="{D346F0AB-8723-12D5-A018-D497899823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802" y="2486356"/>
            <a:ext cx="4957266" cy="330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791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ECEFD-CE21-1889-DA64-71DC0686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Concept example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B49B7-0DA1-5973-5724-6DEE143E3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33700" y="2221230"/>
            <a:ext cx="3026524" cy="42062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Ben’s research team, they are </a:t>
            </a:r>
            <a:r>
              <a:rPr lang="en-US" b="1" dirty="0"/>
              <a:t>looking for exoplanets around binary stars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They’re hunting for them by </a:t>
            </a:r>
            <a:r>
              <a:rPr lang="en-US" b="1" dirty="0"/>
              <a:t>looking for the perturbations to the binary star orbit caused by the mass of the planet</a:t>
            </a:r>
            <a:r>
              <a:rPr lang="en-US" dirty="0"/>
              <a:t>.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0F92A-011E-73C4-00EE-E77C1058E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0390" y="2011680"/>
            <a:ext cx="5574259" cy="42062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Their </a:t>
            </a:r>
            <a:r>
              <a:rPr lang="en-US" u="sng" dirty="0"/>
              <a:t>proof of concept </a:t>
            </a:r>
            <a:r>
              <a:rPr lang="en-US" dirty="0"/>
              <a:t>is to be able to look at a known system where a binary star exoplanet has been detected before using a different technique to demonstrate that they get the same result as that study. </a:t>
            </a:r>
          </a:p>
        </p:txBody>
      </p:sp>
      <p:pic>
        <p:nvPicPr>
          <p:cNvPr id="5" name="Picture 4" descr="A person wearing glasses smiling&#10;&#10;AI-generated content may be incorrect.">
            <a:extLst>
              <a:ext uri="{FF2B5EF4-FFF2-40B4-BE49-F238E27FC236}">
                <a16:creationId xmlns:a16="http://schemas.microsoft.com/office/drawing/2014/main" id="{0CFA06C1-760C-17A9-948A-F8FF1347DC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80" y="2776323"/>
            <a:ext cx="2526653" cy="2557672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18F815D-A6DD-6D3F-BBAB-923F799112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174" y="4237686"/>
            <a:ext cx="4364825" cy="245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386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1EEA3-00C4-4CEC-14FE-22358E40E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 Experiment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D31B2-F04D-C858-7B45-7CA0C4228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8350" y="2011680"/>
            <a:ext cx="5191874" cy="42062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u="sng" dirty="0"/>
              <a:t>Milestone Experiment</a:t>
            </a:r>
            <a:r>
              <a:rPr lang="en-US" dirty="0"/>
              <a:t> is an experiment using some of the same equipment / techniques as your ‘main’ experiment, but that is </a:t>
            </a:r>
            <a:r>
              <a:rPr lang="en-US" b="1" dirty="0"/>
              <a:t>much simpler and has an easily verified answer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You’d conduct a milestone experiment to:</a:t>
            </a:r>
          </a:p>
          <a:p>
            <a:pPr>
              <a:buFontTx/>
              <a:buChar char="-"/>
            </a:pPr>
            <a:r>
              <a:rPr lang="en-US" dirty="0"/>
              <a:t>Verify that key equipment work as expected.</a:t>
            </a:r>
          </a:p>
          <a:p>
            <a:pPr>
              <a:buFontTx/>
              <a:buChar char="-"/>
            </a:pPr>
            <a:r>
              <a:rPr lang="en-US" dirty="0"/>
              <a:t>Train yourself on a difficult experimental technique.</a:t>
            </a:r>
            <a:endParaRPr lang="en-AU" dirty="0"/>
          </a:p>
        </p:txBody>
      </p:sp>
      <p:pic>
        <p:nvPicPr>
          <p:cNvPr id="5" name="Picture 4" descr="A white and yellow marker with a number on it&#10;&#10;AI-generated content may be incorrect.">
            <a:extLst>
              <a:ext uri="{FF2B5EF4-FFF2-40B4-BE49-F238E27FC236}">
                <a16:creationId xmlns:a16="http://schemas.microsoft.com/office/drawing/2014/main" id="{49B62F1A-7280-087D-52F7-977BA2489F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509" y="2175815"/>
            <a:ext cx="4342490" cy="288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22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6CB05-BCD3-FA76-5DDF-927CEAF7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13C1C-1B44-F522-E058-97E8F0BC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 example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470BE-9E3E-2D82-0EF6-12ACDC679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7300" y="2056130"/>
            <a:ext cx="9341668" cy="4206240"/>
          </a:xfrm>
        </p:spPr>
        <p:txBody>
          <a:bodyPr>
            <a:normAutofit/>
          </a:bodyPr>
          <a:lstStyle/>
          <a:p>
            <a:r>
              <a:rPr lang="en-US" sz="2000" b="1"/>
              <a:t>Gee’s microbial genetics course investigates the transfer of multidrug-resistant plasmids between different microbial species.</a:t>
            </a:r>
          </a:p>
          <a:p>
            <a:br>
              <a:rPr lang="en-US" sz="2000"/>
            </a:br>
            <a:r>
              <a:rPr lang="en-US" sz="2000"/>
              <a:t>Screening for all resistance genes simultaneously is both economically impractical and energetically burdensome for the microbes, as expressing multiple resistance genes can strain cellular resources.</a:t>
            </a:r>
          </a:p>
        </p:txBody>
      </p:sp>
      <p:pic>
        <p:nvPicPr>
          <p:cNvPr id="6" name="Picture 5" descr="Dr Gee Chong Ling">
            <a:extLst>
              <a:ext uri="{FF2B5EF4-FFF2-40B4-BE49-F238E27FC236}">
                <a16:creationId xmlns:a16="http://schemas.microsoft.com/office/drawing/2014/main" id="{C01FC160-5EB5-B52D-899C-B2C351372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32" y="2135239"/>
            <a:ext cx="1946554" cy="18468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Identifying Influential Antibiotic Resistance Genes in the Infant Gut  Microbiome via Machine Learning Techniques | Human Microbiome Journal Club">
            <a:extLst>
              <a:ext uri="{FF2B5EF4-FFF2-40B4-BE49-F238E27FC236}">
                <a16:creationId xmlns:a16="http://schemas.microsoft.com/office/drawing/2014/main" id="{3F0E9882-97F8-C9E5-F15A-D24F7D53BC3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30301"/>
              </a:clrFrom>
              <a:clrTo>
                <a:srgbClr val="03030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78050" y="4285292"/>
            <a:ext cx="3917714" cy="25727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1C4533-C87D-CF2E-40E1-49E885FB83F0}"/>
              </a:ext>
            </a:extLst>
          </p:cNvPr>
          <p:cNvSpPr txBox="1"/>
          <p:nvPr/>
        </p:nvSpPr>
        <p:spPr>
          <a:xfrm>
            <a:off x="1202919" y="4519136"/>
            <a:ext cx="68961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A more efficient approach is to begin with a simplified </a:t>
            </a:r>
            <a:r>
              <a:rPr lang="en-US" sz="2000" u="sng"/>
              <a:t>milestone experiment</a:t>
            </a:r>
            <a:r>
              <a:rPr lang="en-US" sz="2000"/>
              <a:t> using a single antibiotic assay. Once plasmid transfer is confirmed through this initial screen, subsequent assays can be designed to detect additional resistance genes using more complex and targeted methods.</a:t>
            </a:r>
          </a:p>
        </p:txBody>
      </p:sp>
    </p:spTree>
    <p:extLst>
      <p:ext uri="{BB962C8B-B14F-4D97-AF65-F5344CB8AC3E}">
        <p14:creationId xmlns:p14="http://schemas.microsoft.com/office/powerpoint/2010/main" val="2917688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38C37-F230-F3B1-BE7F-3203602A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EE1E-7334-8548-221D-48249D5FC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BACKUP </a:t>
            </a:r>
            <a:r>
              <a:rPr lang="en-US" err="1"/>
              <a:t>PLaN</a:t>
            </a:r>
            <a:r>
              <a:rPr lang="en-US"/>
              <a:t> example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434A9-DC12-9D05-E19E-63B0FFA93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804" y="4521103"/>
            <a:ext cx="11513027" cy="22295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i="1">
                <a:ea typeface="+mn-lt"/>
                <a:cs typeface="+mn-lt"/>
              </a:rPr>
              <a:t>So, what happens if the reagents we are focusing on doesn’t actually work?</a:t>
            </a:r>
            <a:endParaRPr lang="en-US" b="1" i="1"/>
          </a:p>
          <a:p>
            <a:r>
              <a:rPr lang="en-US" b="1">
                <a:ea typeface="+mn-lt"/>
                <a:cs typeface="+mn-lt"/>
              </a:rPr>
              <a:t>There are a couple of avenues we could explore:</a:t>
            </a:r>
          </a:p>
          <a:p>
            <a:pPr lvl="1"/>
            <a:r>
              <a:rPr lang="en-US" sz="1800">
                <a:ea typeface="+mn-lt"/>
                <a:cs typeface="+mn-lt"/>
              </a:rPr>
              <a:t>Test purity of all components (TLC, NMR, melting point)</a:t>
            </a:r>
          </a:p>
          <a:p>
            <a:pPr lvl="1"/>
            <a:r>
              <a:rPr lang="en-US" sz="1800">
                <a:ea typeface="+mn-lt"/>
                <a:cs typeface="+mn-lt"/>
              </a:rPr>
              <a:t>Vary reaction conditions (temperature, solvent, concentration) one at a time.</a:t>
            </a:r>
            <a:endParaRPr lang="en-US"/>
          </a:p>
          <a:p>
            <a:pPr lvl="1"/>
            <a:r>
              <a:rPr lang="en-US" sz="1800">
                <a:ea typeface="+mn-lt"/>
                <a:cs typeface="+mn-lt"/>
              </a:rPr>
              <a:t>Re-run a literature preparation to check fundamentals</a:t>
            </a:r>
          </a:p>
          <a:p>
            <a:pPr lvl="1"/>
            <a:r>
              <a:rPr lang="en-US" sz="1800">
                <a:ea typeface="+mn-lt"/>
                <a:cs typeface="+mn-lt"/>
              </a:rPr>
              <a:t>Swap to a simpler or more reliable building block if needed</a:t>
            </a:r>
          </a:p>
          <a:p>
            <a:endParaRPr lang="en-US" sz="2000"/>
          </a:p>
        </p:txBody>
      </p:sp>
      <p:pic>
        <p:nvPicPr>
          <p:cNvPr id="6" name="Picture 5" descr="A person wearing glasses and a red jacket with a stuffed animal on her chest&#10;&#10;AI-generated content may be incorrect.">
            <a:extLst>
              <a:ext uri="{FF2B5EF4-FFF2-40B4-BE49-F238E27FC236}">
                <a16:creationId xmlns:a16="http://schemas.microsoft.com/office/drawing/2014/main" id="{BBF09B5C-30D4-A695-88A0-BACECFB97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72946" y="2209913"/>
            <a:ext cx="2322161" cy="18227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0B1E23D-1B97-76DC-C2BC-49A241043D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308779"/>
              </p:ext>
            </p:extLst>
          </p:nvPr>
        </p:nvGraphicFramePr>
        <p:xfrm>
          <a:off x="4323383" y="2971376"/>
          <a:ext cx="6107112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CS ChemDraw 64-bit Drawing" r:id="rId4" imgW="6438683" imgH="1523864" progId="ChemDraw_x64.Document.6.0">
                  <p:embed/>
                </p:oleObj>
              </mc:Choice>
              <mc:Fallback>
                <p:oleObj name="CS ChemDraw 64-bit Drawing" r:id="rId4" imgW="6438683" imgH="1523864" progId="ChemDraw_x64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A0B1E23D-1B97-76DC-C2BC-49A241043D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3383" y="2971376"/>
                        <a:ext cx="6107112" cy="144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242175-7ADF-413F-BCF2-CFF8D178D702}"/>
              </a:ext>
            </a:extLst>
          </p:cNvPr>
          <p:cNvSpPr txBox="1">
            <a:spLocks/>
          </p:cNvSpPr>
          <p:nvPr/>
        </p:nvSpPr>
        <p:spPr>
          <a:xfrm>
            <a:off x="2732510" y="2052248"/>
            <a:ext cx="9288857" cy="11356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One aspect of Sam's research is </a:t>
            </a:r>
            <a:r>
              <a:rPr lang="en-US" sz="2000">
                <a:ea typeface="+mn-lt"/>
                <a:cs typeface="+mn-lt"/>
              </a:rPr>
              <a:t>multi-component reactions (MCRs) provide a powerful platform for sustainable synthesis by combining three or more building blocks in a single step.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4618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E04DB-4F0B-75A6-03F2-C722A3F8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2: A backup or a proof of concept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60722-1BBE-B787-79D4-556B62EE60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Think about</a:t>
            </a:r>
            <a:r>
              <a:rPr lang="en-US" dirty="0"/>
              <a:t> your planned research project. On your own, with a friend, try to think up any of;</a:t>
            </a:r>
          </a:p>
          <a:p>
            <a:pPr>
              <a:buFontTx/>
              <a:buChar char="-"/>
            </a:pPr>
            <a:r>
              <a:rPr lang="en-US" dirty="0"/>
              <a:t>A Backup Plan</a:t>
            </a:r>
          </a:p>
          <a:p>
            <a:pPr>
              <a:buFontTx/>
              <a:buChar char="-"/>
            </a:pPr>
            <a:r>
              <a:rPr lang="en-US" dirty="0"/>
              <a:t>A Proof of Concept</a:t>
            </a:r>
          </a:p>
          <a:p>
            <a:pPr>
              <a:buFontTx/>
              <a:buChar char="-"/>
            </a:pPr>
            <a:r>
              <a:rPr lang="en-US" dirty="0"/>
              <a:t>A Milestone Experiment</a:t>
            </a:r>
            <a:endParaRPr lang="en-AU" dirty="0"/>
          </a:p>
        </p:txBody>
      </p:sp>
      <p:pic>
        <p:nvPicPr>
          <p:cNvPr id="6" name="Picture 5" descr="A qr code with a paper crane&#10;&#10;AI-generated content may be incorrect.">
            <a:extLst>
              <a:ext uri="{FF2B5EF4-FFF2-40B4-BE49-F238E27FC236}">
                <a16:creationId xmlns:a16="http://schemas.microsoft.com/office/drawing/2014/main" id="{CD2E1110-57C4-43EB-A410-83F17245C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632" y="2178050"/>
            <a:ext cx="4268774" cy="426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4047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8"/>
  <p:tag name="TPOS" val="2"/>
  <p:tag name="TPLASTSAVEVERSION" val="6.2 PC"/>
  <p:tag name="TPLASTSAVEPRODUCT" val="EchoPoll for PowerPoint"/>
  <p:tag name="TPFULLVERSION" val="1.3.4.1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606060"/>
      </a:dk2>
      <a:lt2>
        <a:srgbClr val="EDEDED"/>
      </a:lt2>
      <a:accent1>
        <a:srgbClr val="FFC000"/>
      </a:accent1>
      <a:accent2>
        <a:srgbClr val="A5D028"/>
      </a:accent2>
      <a:accent3>
        <a:srgbClr val="0CC978"/>
      </a:accent3>
      <a:accent4>
        <a:srgbClr val="099BDD"/>
      </a:accent4>
      <a:accent5>
        <a:srgbClr val="47BFCD"/>
      </a:accent5>
      <a:accent6>
        <a:srgbClr val="DD7C15"/>
      </a:accent6>
      <a:hlink>
        <a:srgbClr val="FF9933"/>
      </a:hlink>
      <a:folHlink>
        <a:srgbClr val="B2B2B2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1D2DA32-AC8B-4194-BF85-FF4A5B40EB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6DA40B4B132B458830ECC69B134F0C" ma:contentTypeVersion="21" ma:contentTypeDescription="Create a new document." ma:contentTypeScope="" ma:versionID="fb19263bfefaa430189e373ed49919c2">
  <xsd:schema xmlns:xsd="http://www.w3.org/2001/XMLSchema" xmlns:xs="http://www.w3.org/2001/XMLSchema" xmlns:p="http://schemas.microsoft.com/office/2006/metadata/properties" xmlns:ns2="48075332-7121-4586-9b37-001832929c65" xmlns:ns3="7f4c7624-56f4-4a21-b954-4b513324e890" targetNamespace="http://schemas.microsoft.com/office/2006/metadata/properties" ma:root="true" ma:fieldsID="792fb3534e68e12bb9eea1a5b88660a7" ns2:_="" ns3:_="">
    <xsd:import namespace="48075332-7121-4586-9b37-001832929c65"/>
    <xsd:import namespace="7f4c7624-56f4-4a21-b954-4b513324e8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DateandTim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075332-7121-4586-9b37-001832929c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andTime" ma:index="24" nillable="true" ma:displayName="Date and Time" ma:format="DateTime" ma:internalName="DateandTime">
      <xsd:simpleType>
        <xsd:restriction base="dms:DateTim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4c7624-56f4-4a21-b954-4b513324e89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e1a186b-acfc-41a4-bd9d-4c4cd7a3e549}" ma:internalName="TaxCatchAll" ma:showField="CatchAllData" ma:web="7f4c7624-56f4-4a21-b954-4b513324e8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andTime xmlns="48075332-7121-4586-9b37-001832929c65" xsi:nil="true"/>
    <lcf76f155ced4ddcb4097134ff3c332f xmlns="48075332-7121-4586-9b37-001832929c65">
      <Terms xmlns="http://schemas.microsoft.com/office/infopath/2007/PartnerControls"/>
    </lcf76f155ced4ddcb4097134ff3c332f>
    <TaxCatchAll xmlns="7f4c7624-56f4-4a21-b954-4b513324e890" xsi:nil="true"/>
  </documentManagement>
</p:properties>
</file>

<file path=customXml/itemProps1.xml><?xml version="1.0" encoding="utf-8"?>
<ds:datastoreItem xmlns:ds="http://schemas.openxmlformats.org/officeDocument/2006/customXml" ds:itemID="{82BA6CAB-DA85-4E31-8B8F-1066461AA2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CE05B9-F4D6-467A-814E-0177B379DC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075332-7121-4586-9b37-001832929c65"/>
    <ds:schemaRef ds:uri="7f4c7624-56f4-4a21-b954-4b513324e8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F7B913-9F69-401F-83E4-15E2EC315835}">
  <ds:schemaRefs>
    <ds:schemaRef ds:uri="http://www.w3.org/XML/1998/namespace"/>
    <ds:schemaRef ds:uri="7f4c7624-56f4-4a21-b954-4b513324e890"/>
    <ds:schemaRef ds:uri="http://purl.org/dc/dcmitype/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48075332-7121-4586-9b37-001832929c6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3ff6cfa4-e715-48db-b8e1-0867b9f9fba3}" enabled="0" method="" siteId="{3ff6cfa4-e715-48db-b8e1-0867b9f9fba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173</TotalTime>
  <Words>1086</Words>
  <Application>Microsoft Office PowerPoint</Application>
  <PresentationFormat>Widescreen</PresentationFormat>
  <Paragraphs>104</Paragraphs>
  <Slides>21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Canva Sans Bold</vt:lpstr>
      <vt:lpstr>Corbel</vt:lpstr>
      <vt:lpstr>Wingdings</vt:lpstr>
      <vt:lpstr>Banded</vt:lpstr>
      <vt:lpstr>CS ChemDraw 64-bit Drawing</vt:lpstr>
      <vt:lpstr>PowerPoint Presentation</vt:lpstr>
      <vt:lpstr>SCIF2001 – Workshop 2B</vt:lpstr>
      <vt:lpstr>Today's Plan</vt:lpstr>
      <vt:lpstr>Science is uncertain</vt:lpstr>
      <vt:lpstr>Risk Identification and mitigation</vt:lpstr>
      <vt:lpstr>Word cloud</vt:lpstr>
      <vt:lpstr>What can go wrong?</vt:lpstr>
      <vt:lpstr>Some Examples</vt:lpstr>
      <vt:lpstr>Time</vt:lpstr>
      <vt:lpstr>Equipment Failure / Resource issues</vt:lpstr>
      <vt:lpstr>Incorrect assumptions</vt:lpstr>
      <vt:lpstr>Bad procedure</vt:lpstr>
      <vt:lpstr>Activity 1</vt:lpstr>
      <vt:lpstr>Navigating the Uncertainty of Research</vt:lpstr>
      <vt:lpstr>Strategies to use</vt:lpstr>
      <vt:lpstr>Proof of Concept</vt:lpstr>
      <vt:lpstr>Proof of Concept example</vt:lpstr>
      <vt:lpstr>Milestone Experiment</vt:lpstr>
      <vt:lpstr>Milestone example</vt:lpstr>
      <vt:lpstr>BACKUP PLaN example</vt:lpstr>
      <vt:lpstr>Activity 2: A backup or a proof of concept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Dixon</dc:creator>
  <cp:lastModifiedBy>Thomas Dixon</cp:lastModifiedBy>
  <cp:revision>32</cp:revision>
  <dcterms:created xsi:type="dcterms:W3CDTF">2025-09-10T00:46:01Z</dcterms:created>
  <dcterms:modified xsi:type="dcterms:W3CDTF">2026-06-17T04:32:52Z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0x010100AA6DA40B4B132B458830ECC69B134F0C</vt:lpwstr>
  </property>
  <property fmtid="{D5CDD505-2E9C-101B-9397-08002B2CF9AE}" pid="3" name="MediaServiceImageTags">
    <vt:lpwstr/>
  </property>
</Properties>
</file>