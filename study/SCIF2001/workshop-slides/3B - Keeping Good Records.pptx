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9" r:id="rId5"/>
    <p:sldMasterId id="2147483681" r:id="rId6"/>
  </p:sldMasterIdLst>
  <p:notesMasterIdLst>
    <p:notesMasterId r:id="rId27"/>
  </p:notesMasterIdLst>
  <p:handoutMasterIdLst>
    <p:handoutMasterId r:id="rId28"/>
  </p:handoutMasterIdLst>
  <p:sldIdLst>
    <p:sldId id="278" r:id="rId7"/>
    <p:sldId id="291" r:id="rId8"/>
    <p:sldId id="287" r:id="rId9"/>
    <p:sldId id="292" r:id="rId10"/>
    <p:sldId id="280" r:id="rId11"/>
    <p:sldId id="281" r:id="rId12"/>
    <p:sldId id="282" r:id="rId13"/>
    <p:sldId id="283" r:id="rId14"/>
    <p:sldId id="284" r:id="rId15"/>
    <p:sldId id="285" r:id="rId16"/>
    <p:sldId id="288" r:id="rId17"/>
    <p:sldId id="289" r:id="rId18"/>
    <p:sldId id="286" r:id="rId19"/>
    <p:sldId id="290" r:id="rId20"/>
    <p:sldId id="295" r:id="rId21"/>
    <p:sldId id="296" r:id="rId22"/>
    <p:sldId id="294" r:id="rId23"/>
    <p:sldId id="297" r:id="rId24"/>
    <p:sldId id="298" r:id="rId25"/>
    <p:sldId id="299" r:id="rId26"/>
  </p:sldIdLst>
  <p:sldSz cx="12192000" cy="6858000"/>
  <p:notesSz cx="6718300" cy="985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52" dt="2026-09-05T03:48:02.310"/>
    <p1510:client id="{3E5FDB9D-C722-EC6A-9425-EE3AF6EBA6C3}" v="130" dt="2026-09-05T03:44:11.2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4" autoAdjust="0"/>
    <p:restoredTop sz="94719"/>
  </p:normalViewPr>
  <p:slideViewPr>
    <p:cSldViewPr snapToGrid="0" snapToObjects="1">
      <p:cViewPr varScale="1">
        <p:scale>
          <a:sx n="159" d="100"/>
          <a:sy n="159" d="100"/>
        </p:scale>
        <p:origin x="15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55" d="100"/>
          <a:sy n="155" d="100"/>
        </p:scale>
        <p:origin x="5984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Dixon" userId="f7bf5c02-f15e-4251-9c23-f8a73065092e" providerId="ADAL" clId="{9E4F7595-43C6-4810-908A-8EA3006231F6}"/>
    <pc:docChg chg="undo custSel addSld delSld modSld">
      <pc:chgData name="Thomas Dixon" userId="f7bf5c02-f15e-4251-9c23-f8a73065092e" providerId="ADAL" clId="{9E4F7595-43C6-4810-908A-8EA3006231F6}" dt="2026-08-06T04:59:13.965" v="619" actId="20577"/>
      <pc:docMkLst>
        <pc:docMk/>
      </pc:docMkLst>
      <pc:sldChg chg="modSp mod">
        <pc:chgData name="Thomas Dixon" userId="f7bf5c02-f15e-4251-9c23-f8a73065092e" providerId="ADAL" clId="{9E4F7595-43C6-4810-908A-8EA3006231F6}" dt="2026-08-06T04:57:32.166" v="410" actId="20577"/>
        <pc:sldMkLst>
          <pc:docMk/>
          <pc:sldMk cId="639258579" sldId="287"/>
        </pc:sldMkLst>
        <pc:spChg chg="mod">
          <ac:chgData name="Thomas Dixon" userId="f7bf5c02-f15e-4251-9c23-f8a73065092e" providerId="ADAL" clId="{9E4F7595-43C6-4810-908A-8EA3006231F6}" dt="2026-08-06T04:57:32.166" v="410" actId="20577"/>
          <ac:spMkLst>
            <pc:docMk/>
            <pc:sldMk cId="639258579" sldId="287"/>
            <ac:spMk id="3" creationId="{B7D0DEC9-C680-E8BB-0B55-AF8809EF6D20}"/>
          </ac:spMkLst>
        </pc:spChg>
      </pc:sldChg>
      <pc:sldChg chg="delSp modSp add del mod">
        <pc:chgData name="Thomas Dixon" userId="f7bf5c02-f15e-4251-9c23-f8a73065092e" providerId="ADAL" clId="{9E4F7595-43C6-4810-908A-8EA3006231F6}" dt="2026-08-06T04:58:45.427" v="500" actId="47"/>
        <pc:sldMkLst>
          <pc:docMk/>
          <pc:sldMk cId="3506515766" sldId="289"/>
        </pc:sldMkLst>
      </pc:sldChg>
      <pc:sldChg chg="modSp new mod">
        <pc:chgData name="Thomas Dixon" userId="f7bf5c02-f15e-4251-9c23-f8a73065092e" providerId="ADAL" clId="{9E4F7595-43C6-4810-908A-8EA3006231F6}" dt="2026-08-06T04:59:13.965" v="619" actId="20577"/>
        <pc:sldMkLst>
          <pc:docMk/>
          <pc:sldMk cId="554087135" sldId="290"/>
        </pc:sldMkLst>
        <pc:spChg chg="mod">
          <ac:chgData name="Thomas Dixon" userId="f7bf5c02-f15e-4251-9c23-f8a73065092e" providerId="ADAL" clId="{9E4F7595-43C6-4810-908A-8EA3006231F6}" dt="2026-08-06T04:58:55.281" v="519" actId="20577"/>
          <ac:spMkLst>
            <pc:docMk/>
            <pc:sldMk cId="554087135" sldId="290"/>
            <ac:spMk id="2" creationId="{8C118F8F-AD2B-66B3-96EF-8ADB1CBB04A8}"/>
          </ac:spMkLst>
        </pc:spChg>
        <pc:spChg chg="mod">
          <ac:chgData name="Thomas Dixon" userId="f7bf5c02-f15e-4251-9c23-f8a73065092e" providerId="ADAL" clId="{9E4F7595-43C6-4810-908A-8EA3006231F6}" dt="2026-08-06T04:59:13.965" v="619" actId="20577"/>
          <ac:spMkLst>
            <pc:docMk/>
            <pc:sldMk cId="554087135" sldId="290"/>
            <ac:spMk id="3" creationId="{32C33450-66BA-EC62-44F4-4DA13129F335}"/>
          </ac:spMkLst>
        </pc:spChg>
      </pc:sldChg>
    </pc:docChg>
  </pc:docChgLst>
  <pc:docChgLst>
    <pc:chgData name="Thomas Dixon" userId="S::z3372528@ad.unsw.edu.au::f7bf5c02-f15e-4251-9c23-f8a73065092e" providerId="AD" clId="Web-{3E5FDB9D-C722-EC6A-9425-EE3AF6EBA6C3}"/>
    <pc:docChg chg="addSld delSld modSld">
      <pc:chgData name="Thomas Dixon" userId="S::z3372528@ad.unsw.edu.au::f7bf5c02-f15e-4251-9c23-f8a73065092e" providerId="AD" clId="Web-{3E5FDB9D-C722-EC6A-9425-EE3AF6EBA6C3}" dt="2026-09-05T03:44:08.277" v="125" actId="20577"/>
      <pc:docMkLst>
        <pc:docMk/>
      </pc:docMkLst>
      <pc:sldChg chg="modSp">
        <pc:chgData name="Thomas Dixon" userId="S::z3372528@ad.unsw.edu.au::f7bf5c02-f15e-4251-9c23-f8a73065092e" providerId="AD" clId="Web-{3E5FDB9D-C722-EC6A-9425-EE3AF6EBA6C3}" dt="2026-09-05T03:41:03.927" v="72" actId="20577"/>
        <pc:sldMkLst>
          <pc:docMk/>
          <pc:sldMk cId="639258579" sldId="287"/>
        </pc:sldMkLst>
        <pc:spChg chg="mod">
          <ac:chgData name="Thomas Dixon" userId="S::z3372528@ad.unsw.edu.au::f7bf5c02-f15e-4251-9c23-f8a73065092e" providerId="AD" clId="Web-{3E5FDB9D-C722-EC6A-9425-EE3AF6EBA6C3}" dt="2026-09-05T03:41:03.927" v="72" actId="20577"/>
          <ac:spMkLst>
            <pc:docMk/>
            <pc:sldMk cId="639258579" sldId="287"/>
            <ac:spMk id="3" creationId="{B7D0DEC9-C680-E8BB-0B55-AF8809EF6D20}"/>
          </ac:spMkLst>
        </pc:spChg>
      </pc:sldChg>
      <pc:sldChg chg="del">
        <pc:chgData name="Thomas Dixon" userId="S::z3372528@ad.unsw.edu.au::f7bf5c02-f15e-4251-9c23-f8a73065092e" providerId="AD" clId="Web-{3E5FDB9D-C722-EC6A-9425-EE3AF6EBA6C3}" dt="2026-09-05T03:40:49.739" v="64"/>
        <pc:sldMkLst>
          <pc:docMk/>
          <pc:sldMk cId="735501853" sldId="293"/>
        </pc:sldMkLst>
      </pc:sldChg>
      <pc:sldChg chg="modSp new">
        <pc:chgData name="Thomas Dixon" userId="S::z3372528@ad.unsw.edu.au::f7bf5c02-f15e-4251-9c23-f8a73065092e" providerId="AD" clId="Web-{3E5FDB9D-C722-EC6A-9425-EE3AF6EBA6C3}" dt="2026-09-05T03:37:18.889" v="20" actId="20577"/>
        <pc:sldMkLst>
          <pc:docMk/>
          <pc:sldMk cId="2053236624" sldId="294"/>
        </pc:sldMkLst>
        <pc:spChg chg="mod">
          <ac:chgData name="Thomas Dixon" userId="S::z3372528@ad.unsw.edu.au::f7bf5c02-f15e-4251-9c23-f8a73065092e" providerId="AD" clId="Web-{3E5FDB9D-C722-EC6A-9425-EE3AF6EBA6C3}" dt="2026-09-05T03:37:18.889" v="20" actId="20577"/>
          <ac:spMkLst>
            <pc:docMk/>
            <pc:sldMk cId="2053236624" sldId="294"/>
            <ac:spMk id="2" creationId="{D6D65634-6D6F-F39B-66CB-DF1B97D1271D}"/>
          </ac:spMkLst>
        </pc:spChg>
      </pc:sldChg>
      <pc:sldChg chg="addSp delSp modSp new">
        <pc:chgData name="Thomas Dixon" userId="S::z3372528@ad.unsw.edu.au::f7bf5c02-f15e-4251-9c23-f8a73065092e" providerId="AD" clId="Web-{3E5FDB9D-C722-EC6A-9425-EE3AF6EBA6C3}" dt="2026-09-05T03:37:41.999" v="26"/>
        <pc:sldMkLst>
          <pc:docMk/>
          <pc:sldMk cId="650420211" sldId="295"/>
        </pc:sldMkLst>
        <pc:spChg chg="del">
          <ac:chgData name="Thomas Dixon" userId="S::z3372528@ad.unsw.edu.au::f7bf5c02-f15e-4251-9c23-f8a73065092e" providerId="AD" clId="Web-{3E5FDB9D-C722-EC6A-9425-EE3AF6EBA6C3}" dt="2026-09-05T03:37:40.092" v="25"/>
          <ac:spMkLst>
            <pc:docMk/>
            <pc:sldMk cId="650420211" sldId="295"/>
            <ac:spMk id="2" creationId="{F40A1907-7F39-FD41-0A6B-E6822DF48AF9}"/>
          </ac:spMkLst>
        </pc:spChg>
        <pc:spChg chg="del">
          <ac:chgData name="Thomas Dixon" userId="S::z3372528@ad.unsw.edu.au::f7bf5c02-f15e-4251-9c23-f8a73065092e" providerId="AD" clId="Web-{3E5FDB9D-C722-EC6A-9425-EE3AF6EBA6C3}" dt="2026-09-05T03:37:35.061" v="22"/>
          <ac:spMkLst>
            <pc:docMk/>
            <pc:sldMk cId="650420211" sldId="295"/>
            <ac:spMk id="3" creationId="{1E09E354-919A-7D03-94FD-2A1EBDA1DC96}"/>
          </ac:spMkLst>
        </pc:spChg>
        <pc:spChg chg="del">
          <ac:chgData name="Thomas Dixon" userId="S::z3372528@ad.unsw.edu.au::f7bf5c02-f15e-4251-9c23-f8a73065092e" providerId="AD" clId="Web-{3E5FDB9D-C722-EC6A-9425-EE3AF6EBA6C3}" dt="2026-09-05T03:37:41.999" v="26"/>
          <ac:spMkLst>
            <pc:docMk/>
            <pc:sldMk cId="650420211" sldId="295"/>
            <ac:spMk id="4" creationId="{A0977F60-2C8A-DEA9-0607-6EC7D4437C82}"/>
          </ac:spMkLst>
        </pc:spChg>
        <pc:picChg chg="add mod ord">
          <ac:chgData name="Thomas Dixon" userId="S::z3372528@ad.unsw.edu.au::f7bf5c02-f15e-4251-9c23-f8a73065092e" providerId="AD" clId="Web-{3E5FDB9D-C722-EC6A-9425-EE3AF6EBA6C3}" dt="2026-09-05T03:37:38.045" v="24" actId="1076"/>
          <ac:picMkLst>
            <pc:docMk/>
            <pc:sldMk cId="650420211" sldId="295"/>
            <ac:picMk id="5" creationId="{A3E6DEBF-3ED0-37FD-DDEC-5EACC64F3F9C}"/>
          </ac:picMkLst>
        </pc:picChg>
      </pc:sldChg>
      <pc:sldChg chg="addSp delSp modSp new">
        <pc:chgData name="Thomas Dixon" userId="S::z3372528@ad.unsw.edu.au::f7bf5c02-f15e-4251-9c23-f8a73065092e" providerId="AD" clId="Web-{3E5FDB9D-C722-EC6A-9425-EE3AF6EBA6C3}" dt="2026-09-05T03:38:58.001" v="30" actId="1076"/>
        <pc:sldMkLst>
          <pc:docMk/>
          <pc:sldMk cId="1530845723" sldId="296"/>
        </pc:sldMkLst>
        <pc:spChg chg="del">
          <ac:chgData name="Thomas Dixon" userId="S::z3372528@ad.unsw.edu.au::f7bf5c02-f15e-4251-9c23-f8a73065092e" providerId="AD" clId="Web-{3E5FDB9D-C722-EC6A-9425-EE3AF6EBA6C3}" dt="2026-09-05T03:38:52.798" v="28"/>
          <ac:spMkLst>
            <pc:docMk/>
            <pc:sldMk cId="1530845723" sldId="296"/>
            <ac:spMk id="3" creationId="{FB6A1D2B-499A-CA49-0161-04A617886774}"/>
          </ac:spMkLst>
        </pc:spChg>
        <pc:picChg chg="add mod ord">
          <ac:chgData name="Thomas Dixon" userId="S::z3372528@ad.unsw.edu.au::f7bf5c02-f15e-4251-9c23-f8a73065092e" providerId="AD" clId="Web-{3E5FDB9D-C722-EC6A-9425-EE3AF6EBA6C3}" dt="2026-09-05T03:38:58.001" v="30" actId="1076"/>
          <ac:picMkLst>
            <pc:docMk/>
            <pc:sldMk cId="1530845723" sldId="296"/>
            <ac:picMk id="5" creationId="{51A3E602-06FE-5595-EC85-FEB086B6E404}"/>
          </ac:picMkLst>
        </pc:picChg>
      </pc:sldChg>
      <pc:sldChg chg="modSp new">
        <pc:chgData name="Thomas Dixon" userId="S::z3372528@ad.unsw.edu.au::f7bf5c02-f15e-4251-9c23-f8a73065092e" providerId="AD" clId="Web-{3E5FDB9D-C722-EC6A-9425-EE3AF6EBA6C3}" dt="2026-09-05T03:40:18.660" v="56" actId="20577"/>
        <pc:sldMkLst>
          <pc:docMk/>
          <pc:sldMk cId="2332267934" sldId="297"/>
        </pc:sldMkLst>
        <pc:spChg chg="mod">
          <ac:chgData name="Thomas Dixon" userId="S::z3372528@ad.unsw.edu.au::f7bf5c02-f15e-4251-9c23-f8a73065092e" providerId="AD" clId="Web-{3E5FDB9D-C722-EC6A-9425-EE3AF6EBA6C3}" dt="2026-09-05T03:40:18.660" v="56" actId="20577"/>
          <ac:spMkLst>
            <pc:docMk/>
            <pc:sldMk cId="2332267934" sldId="297"/>
            <ac:spMk id="2" creationId="{5F8F514F-F973-5AE6-1490-73C8574857BA}"/>
          </ac:spMkLst>
        </pc:spChg>
      </pc:sldChg>
      <pc:sldChg chg="modSp new">
        <pc:chgData name="Thomas Dixon" userId="S::z3372528@ad.unsw.edu.au::f7bf5c02-f15e-4251-9c23-f8a73065092e" providerId="AD" clId="Web-{3E5FDB9D-C722-EC6A-9425-EE3AF6EBA6C3}" dt="2026-09-05T03:40:31.004" v="61" actId="20577"/>
        <pc:sldMkLst>
          <pc:docMk/>
          <pc:sldMk cId="4140699960" sldId="298"/>
        </pc:sldMkLst>
        <pc:spChg chg="mod">
          <ac:chgData name="Thomas Dixon" userId="S::z3372528@ad.unsw.edu.au::f7bf5c02-f15e-4251-9c23-f8a73065092e" providerId="AD" clId="Web-{3E5FDB9D-C722-EC6A-9425-EE3AF6EBA6C3}" dt="2026-09-05T03:40:31.004" v="61" actId="20577"/>
          <ac:spMkLst>
            <pc:docMk/>
            <pc:sldMk cId="4140699960" sldId="298"/>
            <ac:spMk id="2" creationId="{06099FED-041C-9D4F-AFFF-C62E5FD26552}"/>
          </ac:spMkLst>
        </pc:spChg>
      </pc:sldChg>
      <pc:sldChg chg="new del">
        <pc:chgData name="Thomas Dixon" userId="S::z3372528@ad.unsw.edu.au::f7bf5c02-f15e-4251-9c23-f8a73065092e" providerId="AD" clId="Web-{3E5FDB9D-C722-EC6A-9425-EE3AF6EBA6C3}" dt="2026-09-05T03:40:37.098" v="63"/>
        <pc:sldMkLst>
          <pc:docMk/>
          <pc:sldMk cId="282326633" sldId="299"/>
        </pc:sldMkLst>
      </pc:sldChg>
      <pc:sldChg chg="addSp delSp modSp new">
        <pc:chgData name="Thomas Dixon" userId="S::z3372528@ad.unsw.edu.au::f7bf5c02-f15e-4251-9c23-f8a73065092e" providerId="AD" clId="Web-{3E5FDB9D-C722-EC6A-9425-EE3AF6EBA6C3}" dt="2026-09-05T03:43:53.355" v="122" actId="1076"/>
        <pc:sldMkLst>
          <pc:docMk/>
          <pc:sldMk cId="619201362" sldId="299"/>
        </pc:sldMkLst>
        <pc:spChg chg="mod">
          <ac:chgData name="Thomas Dixon" userId="S::z3372528@ad.unsw.edu.au::f7bf5c02-f15e-4251-9c23-f8a73065092e" providerId="AD" clId="Web-{3E5FDB9D-C722-EC6A-9425-EE3AF6EBA6C3}" dt="2026-09-05T03:43:15.776" v="79" actId="20577"/>
          <ac:spMkLst>
            <pc:docMk/>
            <pc:sldMk cId="619201362" sldId="299"/>
            <ac:spMk id="2" creationId="{6B2D9CD3-CA78-D3C6-FAD3-F6C9DF8130D7}"/>
          </ac:spMkLst>
        </pc:spChg>
        <pc:spChg chg="del">
          <ac:chgData name="Thomas Dixon" userId="S::z3372528@ad.unsw.edu.au::f7bf5c02-f15e-4251-9c23-f8a73065092e" providerId="AD" clId="Web-{3E5FDB9D-C722-EC6A-9425-EE3AF6EBA6C3}" dt="2026-09-05T03:43:16.744" v="80"/>
          <ac:spMkLst>
            <pc:docMk/>
            <pc:sldMk cId="619201362" sldId="299"/>
            <ac:spMk id="3" creationId="{18934377-4F34-2F9D-E4B4-66AA6C8FC0E0}"/>
          </ac:spMkLst>
        </pc:spChg>
        <pc:spChg chg="mod">
          <ac:chgData name="Thomas Dixon" userId="S::z3372528@ad.unsw.edu.au::f7bf5c02-f15e-4251-9c23-f8a73065092e" providerId="AD" clId="Web-{3E5FDB9D-C722-EC6A-9425-EE3AF6EBA6C3}" dt="2026-09-05T03:43:51.714" v="121" actId="20577"/>
          <ac:spMkLst>
            <pc:docMk/>
            <pc:sldMk cId="619201362" sldId="299"/>
            <ac:spMk id="4" creationId="{75E1B6F7-0AC1-6980-A2B1-6FF9DF816472}"/>
          </ac:spMkLst>
        </pc:spChg>
        <pc:picChg chg="add mod ord">
          <ac:chgData name="Thomas Dixon" userId="S::z3372528@ad.unsw.edu.au::f7bf5c02-f15e-4251-9c23-f8a73065092e" providerId="AD" clId="Web-{3E5FDB9D-C722-EC6A-9425-EE3AF6EBA6C3}" dt="2026-09-05T03:43:53.355" v="122" actId="1076"/>
          <ac:picMkLst>
            <pc:docMk/>
            <pc:sldMk cId="619201362" sldId="299"/>
            <ac:picMk id="5" creationId="{4C37B081-F372-7F8C-DB31-7CF05A38A23B}"/>
          </ac:picMkLst>
        </pc:picChg>
      </pc:sldChg>
      <pc:sldChg chg="modSp new">
        <pc:chgData name="Thomas Dixon" userId="S::z3372528@ad.unsw.edu.au::f7bf5c02-f15e-4251-9c23-f8a73065092e" providerId="AD" clId="Web-{3E5FDB9D-C722-EC6A-9425-EE3AF6EBA6C3}" dt="2026-09-05T03:44:08.277" v="125" actId="20577"/>
        <pc:sldMkLst>
          <pc:docMk/>
          <pc:sldMk cId="1336544676" sldId="300"/>
        </pc:sldMkLst>
        <pc:spChg chg="mod">
          <ac:chgData name="Thomas Dixon" userId="S::z3372528@ad.unsw.edu.au::f7bf5c02-f15e-4251-9c23-f8a73065092e" providerId="AD" clId="Web-{3E5FDB9D-C722-EC6A-9425-EE3AF6EBA6C3}" dt="2026-09-05T03:44:08.277" v="125" actId="20577"/>
          <ac:spMkLst>
            <pc:docMk/>
            <pc:sldMk cId="1336544676" sldId="300"/>
            <ac:spMk id="2" creationId="{9E6E116A-DAFC-5FEC-29F2-4DB19097559F}"/>
          </ac:spMkLst>
        </pc:spChg>
      </pc:sldChg>
    </pc:docChg>
  </pc:docChgLst>
  <pc:docChgLst>
    <pc:chgData name="Thomas Dixon" userId="S::z3372528@ad.unsw.edu.au::f7bf5c02-f15e-4251-9c23-f8a73065092e" providerId="AD" clId="Web-{C030AC83-4532-2892-50A2-7AA4D0C6504C}"/>
    <pc:docChg chg="modSld">
      <pc:chgData name="Thomas Dixon" userId="S::z3372528@ad.unsw.edu.au::f7bf5c02-f15e-4251-9c23-f8a73065092e" providerId="AD" clId="Web-{C030AC83-4532-2892-50A2-7AA4D0C6504C}" dt="2026-08-25T02:20:19.442" v="11" actId="1076"/>
      <pc:docMkLst>
        <pc:docMk/>
      </pc:docMkLst>
      <pc:sldChg chg="addSp delSp modSp">
        <pc:chgData name="Thomas Dixon" userId="S::z3372528@ad.unsw.edu.au::f7bf5c02-f15e-4251-9c23-f8a73065092e" providerId="AD" clId="Web-{C030AC83-4532-2892-50A2-7AA4D0C6504C}" dt="2026-08-25T02:19:51.941" v="4" actId="1076"/>
        <pc:sldMkLst>
          <pc:docMk/>
          <pc:sldMk cId="1983291427" sldId="288"/>
        </pc:sldMkLst>
        <pc:picChg chg="add mod">
          <ac:chgData name="Thomas Dixon" userId="S::z3372528@ad.unsw.edu.au::f7bf5c02-f15e-4251-9c23-f8a73065092e" providerId="AD" clId="Web-{C030AC83-4532-2892-50A2-7AA4D0C6504C}" dt="2026-08-25T02:19:51.941" v="4" actId="1076"/>
          <ac:picMkLst>
            <pc:docMk/>
            <pc:sldMk cId="1983291427" sldId="288"/>
            <ac:picMk id="3" creationId="{FE48D4B2-C362-0F7F-C33C-CA7A890170CF}"/>
          </ac:picMkLst>
        </pc:picChg>
      </pc:sldChg>
      <pc:sldChg chg="addSp modSp">
        <pc:chgData name="Thomas Dixon" userId="S::z3372528@ad.unsw.edu.au::f7bf5c02-f15e-4251-9c23-f8a73065092e" providerId="AD" clId="Web-{C030AC83-4532-2892-50A2-7AA4D0C6504C}" dt="2026-08-25T02:20:19.442" v="11" actId="1076"/>
        <pc:sldMkLst>
          <pc:docMk/>
          <pc:sldMk cId="3506515766" sldId="289"/>
        </pc:sldMkLst>
        <pc:picChg chg="add mod">
          <ac:chgData name="Thomas Dixon" userId="S::z3372528@ad.unsw.edu.au::f7bf5c02-f15e-4251-9c23-f8a73065092e" providerId="AD" clId="Web-{C030AC83-4532-2892-50A2-7AA4D0C6504C}" dt="2026-08-25T02:20:19.442" v="11" actId="1076"/>
          <ac:picMkLst>
            <pc:docMk/>
            <pc:sldMk cId="3506515766" sldId="289"/>
            <ac:picMk id="3" creationId="{8C32EC0A-4A6A-08A3-2331-E6236B582AF1}"/>
          </ac:picMkLst>
        </pc:picChg>
      </pc:sldChg>
    </pc:docChg>
  </pc:docChgLst>
  <pc:docChgLst>
    <pc:chgData name="Thomas Dixon" userId="S::z3372528@ad.unsw.edu.au::f7bf5c02-f15e-4251-9c23-f8a73065092e" providerId="AD" clId="Web-{00000000-0000-0000-0000-000000000000}"/>
    <pc:docChg chg="delSld modSld">
      <pc:chgData name="Thomas Dixon" userId="S::z3372528@ad.unsw.edu.au::f7bf5c02-f15e-4251-9c23-f8a73065092e" providerId="AD" clId="Web-{00000000-0000-0000-0000-000000000000}" dt="2026-09-05T03:48:02.310" v="150" actId="1076"/>
      <pc:docMkLst>
        <pc:docMk/>
      </pc:docMkLst>
      <pc:sldChg chg="addSp delSp modSp">
        <pc:chgData name="Thomas Dixon" userId="S::z3372528@ad.unsw.edu.au::f7bf5c02-f15e-4251-9c23-f8a73065092e" providerId="AD" clId="Web-{00000000-0000-0000-0000-000000000000}" dt="2026-09-05T03:48:02.310" v="150" actId="1076"/>
        <pc:sldMkLst>
          <pc:docMk/>
          <pc:sldMk cId="2332267934" sldId="297"/>
        </pc:sldMkLst>
        <pc:spChg chg="mod">
          <ac:chgData name="Thomas Dixon" userId="S::z3372528@ad.unsw.edu.au::f7bf5c02-f15e-4251-9c23-f8a73065092e" providerId="AD" clId="Web-{00000000-0000-0000-0000-000000000000}" dt="2026-09-05T03:47:54.435" v="145" actId="20577"/>
          <ac:spMkLst>
            <pc:docMk/>
            <pc:sldMk cId="2332267934" sldId="297"/>
            <ac:spMk id="3" creationId="{1D51A209-D347-F37A-E6E0-B6DBF6F5FF1A}"/>
          </ac:spMkLst>
        </pc:spChg>
        <pc:spChg chg="del mod">
          <ac:chgData name="Thomas Dixon" userId="S::z3372528@ad.unsw.edu.au::f7bf5c02-f15e-4251-9c23-f8a73065092e" providerId="AD" clId="Web-{00000000-0000-0000-0000-000000000000}" dt="2026-09-05T03:47:55.451" v="146"/>
          <ac:spMkLst>
            <pc:docMk/>
            <pc:sldMk cId="2332267934" sldId="297"/>
            <ac:spMk id="4" creationId="{38958EB4-1CFA-A9EB-DE47-ABEDFA4CB129}"/>
          </ac:spMkLst>
        </pc:spChg>
        <pc:picChg chg="add mod ord">
          <ac:chgData name="Thomas Dixon" userId="S::z3372528@ad.unsw.edu.au::f7bf5c02-f15e-4251-9c23-f8a73065092e" providerId="AD" clId="Web-{00000000-0000-0000-0000-000000000000}" dt="2026-09-05T03:48:02.310" v="150" actId="1076"/>
          <ac:picMkLst>
            <pc:docMk/>
            <pc:sldMk cId="2332267934" sldId="297"/>
            <ac:picMk id="5" creationId="{CD092BED-57EE-9106-D06D-AAEF59C992C7}"/>
          </ac:picMkLst>
        </pc:picChg>
      </pc:sldChg>
      <pc:sldChg chg="addSp delSp modSp">
        <pc:chgData name="Thomas Dixon" userId="S::z3372528@ad.unsw.edu.au::f7bf5c02-f15e-4251-9c23-f8a73065092e" providerId="AD" clId="Web-{00000000-0000-0000-0000-000000000000}" dt="2026-09-05T03:45:19.417" v="29" actId="20577"/>
        <pc:sldMkLst>
          <pc:docMk/>
          <pc:sldMk cId="4140699960" sldId="298"/>
        </pc:sldMkLst>
        <pc:spChg chg="mod">
          <ac:chgData name="Thomas Dixon" userId="S::z3372528@ad.unsw.edu.au::f7bf5c02-f15e-4251-9c23-f8a73065092e" providerId="AD" clId="Web-{00000000-0000-0000-0000-000000000000}" dt="2026-09-05T03:44:49.917" v="0" actId="20577"/>
          <ac:spMkLst>
            <pc:docMk/>
            <pc:sldMk cId="4140699960" sldId="298"/>
            <ac:spMk id="2" creationId="{06099FED-041C-9D4F-AFFF-C62E5FD26552}"/>
          </ac:spMkLst>
        </pc:spChg>
        <pc:spChg chg="del">
          <ac:chgData name="Thomas Dixon" userId="S::z3372528@ad.unsw.edu.au::f7bf5c02-f15e-4251-9c23-f8a73065092e" providerId="AD" clId="Web-{00000000-0000-0000-0000-000000000000}" dt="2026-09-05T03:44:50.792" v="1"/>
          <ac:spMkLst>
            <pc:docMk/>
            <pc:sldMk cId="4140699960" sldId="298"/>
            <ac:spMk id="3" creationId="{E9109431-F286-F7C5-755E-636BEB037B71}"/>
          </ac:spMkLst>
        </pc:spChg>
        <pc:spChg chg="mod">
          <ac:chgData name="Thomas Dixon" userId="S::z3372528@ad.unsw.edu.au::f7bf5c02-f15e-4251-9c23-f8a73065092e" providerId="AD" clId="Web-{00000000-0000-0000-0000-000000000000}" dt="2026-09-05T03:45:19.417" v="29" actId="20577"/>
          <ac:spMkLst>
            <pc:docMk/>
            <pc:sldMk cId="4140699960" sldId="298"/>
            <ac:spMk id="4" creationId="{98C4FC4A-8718-C779-F4E7-4E92F4E3E781}"/>
          </ac:spMkLst>
        </pc:spChg>
        <pc:picChg chg="add mod ord">
          <ac:chgData name="Thomas Dixon" userId="S::z3372528@ad.unsw.edu.au::f7bf5c02-f15e-4251-9c23-f8a73065092e" providerId="AD" clId="Web-{00000000-0000-0000-0000-000000000000}" dt="2026-09-05T03:44:52.682" v="3" actId="1076"/>
          <ac:picMkLst>
            <pc:docMk/>
            <pc:sldMk cId="4140699960" sldId="298"/>
            <ac:picMk id="5" creationId="{C1755D65-850C-DAD5-9A9C-302BE3F3DCF9}"/>
          </ac:picMkLst>
        </pc:picChg>
      </pc:sldChg>
      <pc:sldChg chg="addSp modSp">
        <pc:chgData name="Thomas Dixon" userId="S::z3372528@ad.unsw.edu.au::f7bf5c02-f15e-4251-9c23-f8a73065092e" providerId="AD" clId="Web-{00000000-0000-0000-0000-000000000000}" dt="2026-09-05T03:47:05.059" v="97" actId="20577"/>
        <pc:sldMkLst>
          <pc:docMk/>
          <pc:sldMk cId="619201362" sldId="299"/>
        </pc:sldMkLst>
        <pc:spChg chg="mod">
          <ac:chgData name="Thomas Dixon" userId="S::z3372528@ad.unsw.edu.au::f7bf5c02-f15e-4251-9c23-f8a73065092e" providerId="AD" clId="Web-{00000000-0000-0000-0000-000000000000}" dt="2026-09-05T03:45:45.714" v="35" actId="1076"/>
          <ac:spMkLst>
            <pc:docMk/>
            <pc:sldMk cId="619201362" sldId="299"/>
            <ac:spMk id="4" creationId="{75E1B6F7-0AC1-6980-A2B1-6FF9DF816472}"/>
          </ac:spMkLst>
        </pc:spChg>
        <pc:spChg chg="add mod">
          <ac:chgData name="Thomas Dixon" userId="S::z3372528@ad.unsw.edu.au::f7bf5c02-f15e-4251-9c23-f8a73065092e" providerId="AD" clId="Web-{00000000-0000-0000-0000-000000000000}" dt="2026-09-05T03:47:05.059" v="97" actId="20577"/>
          <ac:spMkLst>
            <pc:docMk/>
            <pc:sldMk cId="619201362" sldId="299"/>
            <ac:spMk id="7" creationId="{2D4770D0-7BE9-BFF2-55AD-F8B4A7240960}"/>
          </ac:spMkLst>
        </pc:spChg>
        <pc:picChg chg="add mod">
          <ac:chgData name="Thomas Dixon" userId="S::z3372528@ad.unsw.edu.au::f7bf5c02-f15e-4251-9c23-f8a73065092e" providerId="AD" clId="Web-{00000000-0000-0000-0000-000000000000}" dt="2026-09-05T03:45:40.589" v="31" actId="1076"/>
          <ac:picMkLst>
            <pc:docMk/>
            <pc:sldMk cId="619201362" sldId="299"/>
            <ac:picMk id="3" creationId="{DFAA3185-0BFE-D637-331C-E1148F895A64}"/>
          </ac:picMkLst>
        </pc:picChg>
      </pc:sldChg>
      <pc:sldChg chg="del">
        <pc:chgData name="Thomas Dixon" userId="S::z3372528@ad.unsw.edu.au::f7bf5c02-f15e-4251-9c23-f8a73065092e" providerId="AD" clId="Web-{00000000-0000-0000-0000-000000000000}" dt="2026-09-05T03:47:06.934" v="98"/>
        <pc:sldMkLst>
          <pc:docMk/>
          <pc:sldMk cId="1336544676" sldId="30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425C8D-C5AF-9F4F-9E24-5C2DC72753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1263" cy="4944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21E46C-AA4E-214A-A45C-A09C6AE0B0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05482" y="0"/>
            <a:ext cx="2911263" cy="4944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442EA-0DF9-924B-8435-17D563E57ACA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AFBB1-2BB3-DA46-A158-0722D5A310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60730"/>
            <a:ext cx="2911263" cy="494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D7EA5-B09A-264C-ABF4-E27232AD2E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05482" y="9360730"/>
            <a:ext cx="2911263" cy="494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321C2-EC5F-E04A-AFC0-A1F418A55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81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1263" cy="4944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05482" y="0"/>
            <a:ext cx="2911263" cy="4944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955B6-3D2D-2944-B7F4-FE074C92CB4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225" y="1231900"/>
            <a:ext cx="5911850" cy="3325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1830" y="4742815"/>
            <a:ext cx="5374640" cy="38804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60730"/>
            <a:ext cx="2911263" cy="494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05482" y="9360730"/>
            <a:ext cx="2911263" cy="494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6ACD0-BE8A-3D4B-8E89-B0E6ACFF5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7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976E31-1EA1-274A-A1AD-5915E61D3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NSW Sydney Logo">
            <a:extLst>
              <a:ext uri="{FF2B5EF4-FFF2-40B4-BE49-F238E27FC236}">
                <a16:creationId xmlns:a16="http://schemas.microsoft.com/office/drawing/2014/main" id="{F0BF8575-4955-BC4A-80DE-4BF637C59C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93240" y="522000"/>
            <a:ext cx="1188000" cy="1240241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1960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BC9DD3-2081-9D4A-BCDD-FD7DDC635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10233" y="0"/>
            <a:ext cx="2183586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16367954-2926-486A-95D7-D57A05D0A1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67151" y="5261593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253302" y="-398755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28400" y="0"/>
            <a:ext cx="6663600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87B7DB84-DBF6-43D5-A225-64A86E32A4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071" y="5320585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362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D9F833-BA4F-E348-9506-0D3D621C75CA}"/>
              </a:ext>
            </a:extLst>
          </p:cNvPr>
          <p:cNvSpPr/>
          <p:nvPr userDrawn="1"/>
        </p:nvSpPr>
        <p:spPr>
          <a:xfrm>
            <a:off x="6740525" y="1"/>
            <a:ext cx="5453294" cy="501575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FF675AE0-8F62-485C-BF3D-6598839BAD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2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E16058-FC97-C34C-A94D-1AEBA1319CEF}"/>
              </a:ext>
            </a:extLst>
          </p:cNvPr>
          <p:cNvSpPr/>
          <p:nvPr userDrawn="1"/>
        </p:nvSpPr>
        <p:spPr>
          <a:xfrm>
            <a:off x="1" y="0"/>
            <a:ext cx="12191999" cy="5000624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Shape, circle&#10;&#10;Description automatically generated">
            <a:extLst>
              <a:ext uri="{FF2B5EF4-FFF2-40B4-BE49-F238E27FC236}">
                <a16:creationId xmlns:a16="http://schemas.microsoft.com/office/drawing/2014/main" id="{B927EE41-A83A-A9AD-F2C3-0827F1440F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3024056">
            <a:off x="3583339" y="-257331"/>
            <a:ext cx="6243723" cy="7372662"/>
          </a:xfrm>
          <a:prstGeom prst="rect">
            <a:avLst/>
          </a:prstGeom>
        </p:spPr>
      </p:pic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21B83991-6CB1-46A6-A70E-59562F1A45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35975" y="5300921"/>
            <a:ext cx="1188000" cy="1240241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85" y="3515321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5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03B341F3-514D-F42F-D0AA-C75B36DDF5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59043" y="1428646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icon to add pictur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" name="Picture 1" descr="UNSW Sydney Logo">
            <a:extLst>
              <a:ext uri="{FF2B5EF4-FFF2-40B4-BE49-F238E27FC236}">
                <a16:creationId xmlns:a16="http://schemas.microsoft.com/office/drawing/2014/main" id="{77E20C77-3D0A-4A35-878B-F3D37CBE05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630" y="526455"/>
            <a:ext cx="1188000" cy="1240241"/>
          </a:xfrm>
          <a:prstGeom prst="rect">
            <a:avLst/>
          </a:prstGeom>
        </p:spPr>
      </p:pic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73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8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448844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00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4/09/2026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817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4/09/2026</a:t>
            </a:fld>
            <a:endParaRPr lang="en-AU" dirty="0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220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 descr="Click to edit body text styles on the left side of slide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 descr="Click to edit body text styles on the right side of slide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4/09/2026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800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4/09/2026</a:t>
            </a:fld>
            <a:endParaRPr lang="en-AU" dirty="0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1294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03AC5B-4BEF-3F81-2082-0A3885418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l="30378"/>
          <a:stretch/>
        </p:blipFill>
        <p:spPr>
          <a:xfrm rot="10800000">
            <a:off x="8269200" y="-1"/>
            <a:ext cx="3922800" cy="6069303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3375487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1557173" y="-82749"/>
            <a:ext cx="5957925" cy="6417766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421259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icon to add pictur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49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5549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491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89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D3B421E-C230-4985-A55F-249E4712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B1106-1747-47C6-AD4D-1ED872037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EE6605EE-6C12-4B09-B328-5FC7719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4/09/2026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39B7F1C5-E024-4AB0-B408-32F5C1A1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59489FD8-71FE-4137-8FE6-DC2A193C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321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E085695-8E0F-403A-9CD7-62C032F7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 descr="Click to edit body text styles on the left side of slide">
            <a:extLst>
              <a:ext uri="{FF2B5EF4-FFF2-40B4-BE49-F238E27FC236}">
                <a16:creationId xmlns:a16="http://schemas.microsoft.com/office/drawing/2014/main" id="{FC05A9F9-AE68-4F94-9E5E-068EE3734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 descr="Click to edit body text styles on the right side of slide">
            <a:extLst>
              <a:ext uri="{FF2B5EF4-FFF2-40B4-BE49-F238E27FC236}">
                <a16:creationId xmlns:a16="http://schemas.microsoft.com/office/drawing/2014/main" id="{C93A7560-CAFD-4E61-95FB-BDA485201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5" name="Date Placeholder 4" descr="Click to add date Day/Month/Year">
            <a:extLst>
              <a:ext uri="{FF2B5EF4-FFF2-40B4-BE49-F238E27FC236}">
                <a16:creationId xmlns:a16="http://schemas.microsoft.com/office/drawing/2014/main" id="{99DDD9F1-1A2C-48B2-B5C9-C73A7289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4/09/2026</a:t>
            </a:fld>
            <a:endParaRPr lang="en-AU"/>
          </a:p>
        </p:txBody>
      </p:sp>
      <p:sp>
        <p:nvSpPr>
          <p:cNvPr id="6" name="Footer Placeholder 5" descr="Click to add a footer">
            <a:extLst>
              <a:ext uri="{FF2B5EF4-FFF2-40B4-BE49-F238E27FC236}">
                <a16:creationId xmlns:a16="http://schemas.microsoft.com/office/drawing/2014/main" id="{6B3D520C-6BAD-40E9-A2B0-8BFA8363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 descr="Click to add page number">
            <a:extLst>
              <a:ext uri="{FF2B5EF4-FFF2-40B4-BE49-F238E27FC236}">
                <a16:creationId xmlns:a16="http://schemas.microsoft.com/office/drawing/2014/main" id="{6E604E87-51E9-4833-AA93-39FB9ED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63237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915C9467-6CA3-4111-A4AE-FFD0F459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subheading style on the left hand side of slide">
            <a:extLst>
              <a:ext uri="{FF2B5EF4-FFF2-40B4-BE49-F238E27FC236}">
                <a16:creationId xmlns:a16="http://schemas.microsoft.com/office/drawing/2014/main" id="{CE09CDFA-8C89-4FC7-83CB-4B6BD3F03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0D324-2CEE-48D7-AB8D-9EB56FF32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 descr="Click to edit subheading style on the right hand side of slide">
            <a:extLst>
              <a:ext uri="{FF2B5EF4-FFF2-40B4-BE49-F238E27FC236}">
                <a16:creationId xmlns:a16="http://schemas.microsoft.com/office/drawing/2014/main" id="{535C84E4-E747-422F-823D-ABB103E226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6CBDB2-558E-4410-815E-BC17CE86E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 descr="Click to add date Day/Month/Year">
            <a:extLst>
              <a:ext uri="{FF2B5EF4-FFF2-40B4-BE49-F238E27FC236}">
                <a16:creationId xmlns:a16="http://schemas.microsoft.com/office/drawing/2014/main" id="{7BD73ABA-F022-4A2D-BC50-6EFA1A18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4/09/2026</a:t>
            </a:fld>
            <a:endParaRPr lang="en-AU"/>
          </a:p>
        </p:txBody>
      </p:sp>
      <p:sp>
        <p:nvSpPr>
          <p:cNvPr id="8" name="Footer Placeholder 7" descr="Click to add a footer">
            <a:extLst>
              <a:ext uri="{FF2B5EF4-FFF2-40B4-BE49-F238E27FC236}">
                <a16:creationId xmlns:a16="http://schemas.microsoft.com/office/drawing/2014/main" id="{0119AFDB-C42E-463D-B00B-B7C3F2C1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 descr="Click to add page number">
            <a:extLst>
              <a:ext uri="{FF2B5EF4-FFF2-40B4-BE49-F238E27FC236}">
                <a16:creationId xmlns:a16="http://schemas.microsoft.com/office/drawing/2014/main" id="{3508F5CF-1000-4107-8B86-35440324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77420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Click to edit master title style&#10;">
            <a:extLst>
              <a:ext uri="{FF2B5EF4-FFF2-40B4-BE49-F238E27FC236}">
                <a16:creationId xmlns:a16="http://schemas.microsoft.com/office/drawing/2014/main" id="{3CB7D6A8-8593-4C21-938E-8349B6D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 descr="Click to add date Day/Month/Year">
            <a:extLst>
              <a:ext uri="{FF2B5EF4-FFF2-40B4-BE49-F238E27FC236}">
                <a16:creationId xmlns:a16="http://schemas.microsoft.com/office/drawing/2014/main" id="{3F9A56A4-BCFE-444A-B799-3003156EC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4/09/2026</a:t>
            </a:fld>
            <a:endParaRPr lang="en-AU"/>
          </a:p>
        </p:txBody>
      </p:sp>
      <p:sp>
        <p:nvSpPr>
          <p:cNvPr id="4" name="Footer Placeholder 3" descr="Click to add a footer">
            <a:extLst>
              <a:ext uri="{FF2B5EF4-FFF2-40B4-BE49-F238E27FC236}">
                <a16:creationId xmlns:a16="http://schemas.microsoft.com/office/drawing/2014/main" id="{33661598-FDFF-4254-A4A3-B4A97936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 descr="Click to add page number">
            <a:extLst>
              <a:ext uri="{FF2B5EF4-FFF2-40B4-BE49-F238E27FC236}">
                <a16:creationId xmlns:a16="http://schemas.microsoft.com/office/drawing/2014/main" id="{FF24BB6E-0C9C-4308-81D1-8B331EC1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73841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03AC5B-4BEF-3F81-2082-0A3885418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4695" b="4695"/>
          <a:stretch/>
        </p:blipFill>
        <p:spPr>
          <a:xfrm>
            <a:off x="4339800" y="0"/>
            <a:ext cx="7026443" cy="6858000"/>
          </a:xfrm>
          <a:prstGeom prst="rect">
            <a:avLst/>
          </a:prstGeom>
        </p:spPr>
      </p:pic>
      <p:sp>
        <p:nvSpPr>
          <p:cNvPr id="10" name="Title Placeholder 1" descr="Click to edit master title style&#10;">
            <a:extLst>
              <a:ext uri="{FF2B5EF4-FFF2-40B4-BE49-F238E27FC236}">
                <a16:creationId xmlns:a16="http://schemas.microsoft.com/office/drawing/2014/main" id="{86AF8517-E0F0-4998-8AA8-25A0DD8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2" descr="Click to add secondary details&#10;">
            <a:extLst>
              <a:ext uri="{FF2B5EF4-FFF2-40B4-BE49-F238E27FC236}">
                <a16:creationId xmlns:a16="http://schemas.microsoft.com/office/drawing/2014/main" id="{D34C583A-86D7-4AD9-912C-AA86DC3545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1819690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17491040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AA350A-B2F4-79AE-53AE-78E33FFD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894683">
            <a:off x="1253302" y="-398755"/>
            <a:ext cx="4736592" cy="6444871"/>
          </a:xfrm>
          <a:prstGeom prst="rect">
            <a:avLst/>
          </a:prstGeom>
        </p:spPr>
      </p:pic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0" y="-1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000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05044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D58515C2-9BB5-4C9A-BBC5-7F4A491DD6E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2D2519EB-A5E4-4600-B620-DAE568D00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211200"/>
            <a:ext cx="11268000" cy="1785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293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B341F3-514D-F42F-D0AA-C75B36DDF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3685278">
            <a:off x="649418" y="1428645"/>
            <a:ext cx="5544134" cy="7503507"/>
          </a:xfrm>
          <a:prstGeom prst="rect">
            <a:avLst/>
          </a:prstGeom>
        </p:spPr>
      </p:pic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92413593-DCD0-42A0-AE48-665AD86AE6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7D37E0CB-DF2A-4FFC-85FC-AD9C7ED63B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4800" y="-2"/>
            <a:ext cx="5407200" cy="685800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9EC0BA0E-E5B8-41F6-813F-C9A458BE6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05" y="2624399"/>
            <a:ext cx="6244621" cy="2556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8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6856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8177DF-154E-A742-8FEF-9A9493EAB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635519">
            <a:off x="434031" y="-748389"/>
            <a:ext cx="7756149" cy="8354779"/>
          </a:xfrm>
          <a:prstGeom prst="rect">
            <a:avLst/>
          </a:prstGeom>
        </p:spPr>
      </p:pic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C5886A02-1DE7-4D1F-812D-8E48DA31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2" descr="Click to add secondary details&#10;">
            <a:extLst>
              <a:ext uri="{FF2B5EF4-FFF2-40B4-BE49-F238E27FC236}">
                <a16:creationId xmlns:a16="http://schemas.microsoft.com/office/drawing/2014/main" id="{3BBAF8E8-6BD7-44A0-90FF-4167695E26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</p:spTree>
    <p:extLst>
      <p:ext uri="{BB962C8B-B14F-4D97-AF65-F5344CB8AC3E}">
        <p14:creationId xmlns:p14="http://schemas.microsoft.com/office/powerpoint/2010/main" val="838487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 descr="Click to add secondary details&#10;">
            <a:extLst>
              <a:ext uri="{FF2B5EF4-FFF2-40B4-BE49-F238E27FC236}">
                <a16:creationId xmlns:a16="http://schemas.microsoft.com/office/drawing/2014/main" id="{B5638188-B406-48E0-8C3F-15ACD21F3D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98000" y="5011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3" name="Picture Placeholder 2" descr="Click picture icon to add an image">
            <a:extLst>
              <a:ext uri="{FF2B5EF4-FFF2-40B4-BE49-F238E27FC236}">
                <a16:creationId xmlns:a16="http://schemas.microsoft.com/office/drawing/2014/main" id="{2990D705-58F1-4621-96D0-F0B963892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43551" y="0"/>
            <a:ext cx="6663600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5" name="Title Placeholder 1" descr="Click to edit master title style&#10;">
            <a:extLst>
              <a:ext uri="{FF2B5EF4-FFF2-40B4-BE49-F238E27FC236}">
                <a16:creationId xmlns:a16="http://schemas.microsoft.com/office/drawing/2014/main" id="{731F86E2-22A6-454C-8159-2DC19FE6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4812231" cy="49561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8204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 descr="Click to edit master title style&#10;">
            <a:extLst>
              <a:ext uri="{FF2B5EF4-FFF2-40B4-BE49-F238E27FC236}">
                <a16:creationId xmlns:a16="http://schemas.microsoft.com/office/drawing/2014/main" id="{A531F2A4-2E25-476F-BA2C-2F1534A5A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0" y="0"/>
            <a:ext cx="5353819" cy="501575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5" name="Text Placeholder 2" descr="Click to add secondary details&#10;">
            <a:extLst>
              <a:ext uri="{FF2B5EF4-FFF2-40B4-BE49-F238E27FC236}">
                <a16:creationId xmlns:a16="http://schemas.microsoft.com/office/drawing/2014/main" id="{101CB2D6-9770-4776-A129-B761AA34E3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5200" y="51696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Secondary details go here</a:t>
            </a:r>
          </a:p>
        </p:txBody>
      </p:sp>
      <p:sp>
        <p:nvSpPr>
          <p:cNvPr id="6" name="Picture Placeholder 2" descr="Click picture icon to add an image">
            <a:extLst>
              <a:ext uri="{FF2B5EF4-FFF2-40B4-BE49-F238E27FC236}">
                <a16:creationId xmlns:a16="http://schemas.microsoft.com/office/drawing/2014/main" id="{93161D9F-A3DE-495E-AC64-CC914469DD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4551"/>
            <a:ext cx="6740525" cy="50112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3813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">
            <a:extLst>
              <a:ext uri="{FF2B5EF4-FFF2-40B4-BE49-F238E27FC236}">
                <a16:creationId xmlns:a16="http://schemas.microsoft.com/office/drawing/2014/main" id="{70841D79-9C5E-1449-B506-564E0213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45600"/>
            <a:ext cx="7858800" cy="3477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dirty="0"/>
              <a:t>Title goes here</a:t>
            </a:r>
            <a:endParaRPr lang="en-US" dirty="0"/>
          </a:p>
        </p:txBody>
      </p:sp>
      <p:sp>
        <p:nvSpPr>
          <p:cNvPr id="3" name="Text Placeholder 2" descr="Click to add secondary details&#10;">
            <a:extLst>
              <a:ext uri="{FF2B5EF4-FFF2-40B4-BE49-F238E27FC236}">
                <a16:creationId xmlns:a16="http://schemas.microsoft.com/office/drawing/2014/main" id="{4A50093E-B476-CE4A-816B-226988C60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400" y="6289200"/>
            <a:ext cx="4730400" cy="37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392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2" r:id="rId3"/>
    <p:sldLayoutId id="2147483651" r:id="rId4"/>
    <p:sldLayoutId id="2147483653" r:id="rId5"/>
    <p:sldLayoutId id="2147483650" r:id="rId6"/>
    <p:sldLayoutId id="2147483746" r:id="rId7"/>
    <p:sldLayoutId id="2147483747" r:id="rId8"/>
    <p:sldLayoutId id="2147483748" r:id="rId9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Calibri" panose="020F0502020204030204" pitchFamily="34" charset="0"/>
        <a:buChar char="﻿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 descr="Click to edit body text styles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090FF-0D07-44EF-BE91-92BA9AB775B9}" type="datetimeFigureOut">
              <a:rPr lang="en-AU" smtClean="0"/>
              <a:t>4/09/2026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75D7-070A-4959-9224-FB5E66F2B1B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7CA2B4-C8AB-4F09-B260-BA7609DF0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5706290" y="372291"/>
            <a:ext cx="779419" cy="12192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NSW Sydney Logo">
            <a:extLst>
              <a:ext uri="{FF2B5EF4-FFF2-40B4-BE49-F238E27FC236}">
                <a16:creationId xmlns:a16="http://schemas.microsoft.com/office/drawing/2014/main" id="{84EF7EA2-D124-438C-BF7A-68B3D68783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8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5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descr="Click to edit master title style&#10;">
            <a:extLst>
              <a:ext uri="{FF2B5EF4-FFF2-40B4-BE49-F238E27FC236}">
                <a16:creationId xmlns:a16="http://schemas.microsoft.com/office/drawing/2014/main" id="{8CE664CD-741D-4C8B-81A1-8F813AD1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9109C-5296-411A-BFAE-02503EA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 descr="Click to add date Day/Month/Year">
            <a:extLst>
              <a:ext uri="{FF2B5EF4-FFF2-40B4-BE49-F238E27FC236}">
                <a16:creationId xmlns:a16="http://schemas.microsoft.com/office/drawing/2014/main" id="{127DF911-AF5C-4E26-A571-BA8DB3C79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2A3090FF-0D07-44EF-BE91-92BA9AB775B9}" type="datetimeFigureOut">
              <a:rPr lang="en-AU" smtClean="0"/>
              <a:pPr/>
              <a:t>4/09/2026</a:t>
            </a:fld>
            <a:endParaRPr lang="en-AU"/>
          </a:p>
        </p:txBody>
      </p:sp>
      <p:sp>
        <p:nvSpPr>
          <p:cNvPr id="5" name="Footer Placeholder 4" descr="Click to add a footer">
            <a:extLst>
              <a:ext uri="{FF2B5EF4-FFF2-40B4-BE49-F238E27FC236}">
                <a16:creationId xmlns:a16="http://schemas.microsoft.com/office/drawing/2014/main" id="{28AD8E53-B55F-4650-ADAB-27193A719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 descr="Click to add page number">
            <a:extLst>
              <a:ext uri="{FF2B5EF4-FFF2-40B4-BE49-F238E27FC236}">
                <a16:creationId xmlns:a16="http://schemas.microsoft.com/office/drawing/2014/main" id="{9DADCEA8-03AE-46AA-AD1B-6B051BA0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09375D7-070A-4959-9224-FB5E66F2B1B3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FD9B66-E5D8-458F-B15F-FCAE5CAD7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353696" y="3019698"/>
            <a:ext cx="6858002" cy="818606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SW Sydney Logo">
            <a:extLst>
              <a:ext uri="{FF2B5EF4-FFF2-40B4-BE49-F238E27FC236}">
                <a16:creationId xmlns:a16="http://schemas.microsoft.com/office/drawing/2014/main" id="{725B2B7F-7BA2-426B-BEF7-9C26ECD9179C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11526898" y="6196827"/>
            <a:ext cx="540000" cy="56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5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6" r:id="rId3"/>
    <p:sldLayoutId id="2147483687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12" r:id="rId11"/>
    <p:sldLayoutId id="2147483713" r:id="rId12"/>
    <p:sldLayoutId id="214748371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Calibri" panose="020F0502020204030204" pitchFamily="34" charset="0"/>
        <a:buChar char="﻿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4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EB857-BB6A-4A39-A7C6-FAA1A72F4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Picture Placeholder 3" descr="Click picture icon to add an image">
            <a:extLst>
              <a:ext uri="{FF2B5EF4-FFF2-40B4-BE49-F238E27FC236}">
                <a16:creationId xmlns:a16="http://schemas.microsoft.com/office/drawing/2014/main" id="{D00F5299-A9AB-4C2D-B5DF-8B83FBAF4D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39348-96F8-4B14-B332-D981B988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7200"/>
              <a:t>Workshop 3B</a:t>
            </a:r>
            <a:br>
              <a:rPr lang="en-AU" sz="7200" dirty="0"/>
            </a:br>
            <a:r>
              <a:rPr lang="en-AU" sz="7200"/>
              <a:t>Keeping Records</a:t>
            </a:r>
            <a:endParaRPr lang="en-AU" sz="7200" dirty="0"/>
          </a:p>
        </p:txBody>
      </p:sp>
    </p:spTree>
    <p:extLst>
      <p:ext uri="{BB962C8B-B14F-4D97-AF65-F5344CB8AC3E}">
        <p14:creationId xmlns:p14="http://schemas.microsoft.com/office/powerpoint/2010/main" val="350012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BEE8-5E25-66A6-10DC-6A56C9B8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Keep Records?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3B7A6-3636-3883-17A2-F550D50AD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043" y="1690688"/>
            <a:ext cx="3547310" cy="3788695"/>
          </a:xfrm>
        </p:spPr>
        <p:txBody>
          <a:bodyPr>
            <a:normAutofit/>
          </a:bodyPr>
          <a:lstStyle/>
          <a:p>
            <a:r>
              <a:rPr lang="en-US" sz="1600" dirty="0"/>
              <a:t>Because you won’t remember everything!</a:t>
            </a:r>
            <a:endParaRPr lang="en-AU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BF027D-2B27-C62B-43F3-E6558F854ADB}"/>
              </a:ext>
            </a:extLst>
          </p:cNvPr>
          <p:cNvSpPr txBox="1">
            <a:spLocks/>
          </p:cNvSpPr>
          <p:nvPr/>
        </p:nvSpPr>
        <p:spPr>
          <a:xfrm>
            <a:off x="4760495" y="1566946"/>
            <a:ext cx="35473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F0502020204030204" pitchFamily="34" charset="0"/>
              <a:buChar char="﻿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2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6D5411-8D94-E34E-C19A-7E7887C9E778}"/>
              </a:ext>
            </a:extLst>
          </p:cNvPr>
          <p:cNvSpPr txBox="1">
            <a:spLocks/>
          </p:cNvSpPr>
          <p:nvPr/>
        </p:nvSpPr>
        <p:spPr>
          <a:xfrm>
            <a:off x="4218073" y="1690688"/>
            <a:ext cx="3547310" cy="3788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F0502020204030204" pitchFamily="34" charset="0"/>
              <a:buChar char="﻿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2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Because you need to share work!</a:t>
            </a:r>
            <a:endParaRPr lang="en-AU" sz="16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A0AC542-3DBA-7FD5-0D11-0E5AA8BF05E2}"/>
              </a:ext>
            </a:extLst>
          </p:cNvPr>
          <p:cNvSpPr txBox="1">
            <a:spLocks/>
          </p:cNvSpPr>
          <p:nvPr/>
        </p:nvSpPr>
        <p:spPr>
          <a:xfrm>
            <a:off x="8485503" y="1690939"/>
            <a:ext cx="3547310" cy="3788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F0502020204030204" pitchFamily="34" charset="0"/>
              <a:buChar char="﻿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2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Legislative Requirements!</a:t>
            </a:r>
            <a:endParaRPr lang="en-AU" sz="1600" dirty="0"/>
          </a:p>
        </p:txBody>
      </p:sp>
      <p:pic>
        <p:nvPicPr>
          <p:cNvPr id="7" name="Picture 6" descr="Stream i forgor (prod. @killcrypt) by Lil soda boi | Listen online for free  on SoundCloud">
            <a:extLst>
              <a:ext uri="{FF2B5EF4-FFF2-40B4-BE49-F238E27FC236}">
                <a16:creationId xmlns:a16="http://schemas.microsoft.com/office/drawing/2014/main" id="{00E950B6-D51A-868B-E038-8F3069A64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10" y="2619751"/>
            <a:ext cx="2369469" cy="23694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548F30-30D4-36A6-3D25-DBEA13E8B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641" y="2501710"/>
            <a:ext cx="3725008" cy="26656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8F0007-F11D-4834-F438-7704A7DDE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277" y="2892509"/>
            <a:ext cx="3382908" cy="174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869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4B25A-A196-02E8-CF63-A443FDB7E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FC6E-A252-6226-51C5-3FC7ACE77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type of records are we talking about?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0DEC9-C680-E8BB-0B55-AF8809EF6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ea typeface="Roboto"/>
                <a:cs typeface="Roboto"/>
              </a:rPr>
              <a:t>Experimental note taking / logbooking.</a:t>
            </a:r>
          </a:p>
          <a:p>
            <a:pPr marL="514350" indent="-514350">
              <a:buAutoNum type="arabicPeriod"/>
            </a:pPr>
            <a:r>
              <a:rPr lang="en-US" dirty="0">
                <a:ea typeface="Roboto"/>
                <a:cs typeface="Roboto"/>
              </a:rPr>
              <a:t>Collaborative / Project Documentation </a:t>
            </a:r>
          </a:p>
          <a:p>
            <a:pPr marL="514350" indent="-514350">
              <a:buAutoNum type="arabicPeriod"/>
            </a:pPr>
            <a:r>
              <a:rPr lang="en-US" dirty="0">
                <a:ea typeface="Roboto"/>
                <a:cs typeface="Roboto"/>
              </a:rPr>
              <a:t>Special: </a:t>
            </a:r>
            <a:r>
              <a:rPr lang="en-US" u="sng" dirty="0">
                <a:ea typeface="Roboto"/>
                <a:cs typeface="Roboto"/>
              </a:rPr>
              <a:t>Human Research</a:t>
            </a:r>
          </a:p>
        </p:txBody>
      </p:sp>
    </p:spTree>
    <p:extLst>
      <p:ext uri="{BB962C8B-B14F-4D97-AF65-F5344CB8AC3E}">
        <p14:creationId xmlns:p14="http://schemas.microsoft.com/office/powerpoint/2010/main" val="63925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DAD02-8EDA-0ECA-FF70-057E4619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Logs (Logbook)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34A3E-0440-9347-E343-D475E44FB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14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DB7AB-79C6-D449-3CE4-A7FF9D743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a logbook?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E9188-DA81-B84A-0870-1FEF7826CF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70E34-1E47-D682-641D-880275DC7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00550" y="1825625"/>
            <a:ext cx="3853249" cy="4351338"/>
          </a:xfrm>
        </p:spPr>
        <p:txBody>
          <a:bodyPr/>
          <a:lstStyle/>
          <a:p>
            <a:r>
              <a:rPr lang="en-AU" dirty="0"/>
              <a:t>Your Record of Everything!</a:t>
            </a:r>
          </a:p>
          <a:p>
            <a:endParaRPr lang="en-AU" dirty="0"/>
          </a:p>
          <a:p>
            <a:r>
              <a:rPr lang="en-AU" dirty="0"/>
              <a:t>Has all the details from your experiment in it. </a:t>
            </a:r>
          </a:p>
        </p:txBody>
      </p:sp>
      <p:pic>
        <p:nvPicPr>
          <p:cNvPr id="5" name="Picture 2" descr="Logbook - Wikipedia">
            <a:extLst>
              <a:ext uri="{FF2B5EF4-FFF2-40B4-BE49-F238E27FC236}">
                <a16:creationId xmlns:a16="http://schemas.microsoft.com/office/drawing/2014/main" id="{7F06BBFB-ADB4-98FE-EDA5-838A60ED9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74" y="2030617"/>
            <a:ext cx="6446108" cy="346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62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BF850-5DA5-C5F4-4CA0-63CC27B8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should you care?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2B929-7CD5-B46F-13F0-D37621DF1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0459" y="5396728"/>
            <a:ext cx="5181600" cy="1226494"/>
          </a:xfrm>
        </p:spPr>
        <p:txBody>
          <a:bodyPr>
            <a:normAutofit lnSpcReduction="10000"/>
          </a:bodyPr>
          <a:lstStyle/>
          <a:p>
            <a:r>
              <a:rPr lang="en-AU" dirty="0"/>
              <a:t>When you didn’t make good logs and need to revisit an experiment from years ago</a:t>
            </a:r>
          </a:p>
        </p:txBody>
      </p:sp>
      <p:pic>
        <p:nvPicPr>
          <p:cNvPr id="2050" name="Picture 2" descr="Is crying good for you? - Harvard Health">
            <a:extLst>
              <a:ext uri="{FF2B5EF4-FFF2-40B4-BE49-F238E27FC236}">
                <a16:creationId xmlns:a16="http://schemas.microsoft.com/office/drawing/2014/main" id="{86DF61B0-90BD-EA3B-DCC7-82A8BB1D9E2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649298"/>
            <a:ext cx="5181600" cy="355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BE61C1-2072-5EA1-61D7-89140F198D41}"/>
              </a:ext>
            </a:extLst>
          </p:cNvPr>
          <p:cNvSpPr txBox="1">
            <a:spLocks/>
          </p:cNvSpPr>
          <p:nvPr/>
        </p:nvSpPr>
        <p:spPr>
          <a:xfrm>
            <a:off x="541638" y="1712227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F0502020204030204" pitchFamily="34" charset="0"/>
              <a:buChar char="﻿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2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04DAFE-DA6A-046D-41F8-CBED9AA00E4D}"/>
              </a:ext>
            </a:extLst>
          </p:cNvPr>
          <p:cNvSpPr txBox="1">
            <a:spLocks/>
          </p:cNvSpPr>
          <p:nvPr/>
        </p:nvSpPr>
        <p:spPr>
          <a:xfrm>
            <a:off x="640491" y="2277463"/>
            <a:ext cx="5181600" cy="2652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F0502020204030204" pitchFamily="34" charset="0"/>
              <a:buChar char="﻿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2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number one rule of </a:t>
            </a:r>
            <a:r>
              <a:rPr lang="en-US" dirty="0" err="1"/>
              <a:t>logbooking</a:t>
            </a:r>
            <a:r>
              <a:rPr lang="en-US" dirty="0"/>
              <a:t> is that it should </a:t>
            </a:r>
            <a:r>
              <a:rPr lang="en-US" b="1" dirty="0"/>
              <a:t>contain enough information for you to repeat your experiment far in the future</a:t>
            </a:r>
            <a:r>
              <a:rPr lang="en-US" dirty="0"/>
              <a:t> and know if the results are the same.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3464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20E77-22A4-60B7-7487-082B79F2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Good Records: 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45F8A-9E3F-44BF-ADCF-B96FA22A53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indent="226695">
              <a:lnSpc>
                <a:spcPct val="115000"/>
              </a:lnSpc>
              <a:spcAft>
                <a:spcPts val="600"/>
              </a:spcAft>
            </a:pPr>
            <a:r>
              <a:rPr lang="en-AU" sz="18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Date, Time, Location / Environment</a:t>
            </a: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: Really useful when you’re tracking across many days / years.</a:t>
            </a:r>
          </a:p>
          <a:p>
            <a:pPr indent="226695">
              <a:lnSpc>
                <a:spcPct val="115000"/>
              </a:lnSpc>
              <a:spcAft>
                <a:spcPts val="600"/>
              </a:spcAft>
            </a:pPr>
            <a:r>
              <a:rPr lang="en-AU" sz="18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Experiment Plan / Goal:</a:t>
            </a: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 Usually written before you begin your experiments, one or two lines. Useful to keep yourself on-task after long runs of data gathering.</a:t>
            </a:r>
          </a:p>
          <a:p>
            <a:r>
              <a:rPr lang="en-AU" sz="18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Table(s) of Data</a:t>
            </a: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: Your actual data that you have gathered! Make it neat and legible as this is the most important part of your logbook.</a:t>
            </a:r>
          </a:p>
          <a:p>
            <a:endParaRPr lang="en-AU" dirty="0"/>
          </a:p>
        </p:txBody>
      </p:sp>
      <p:pic>
        <p:nvPicPr>
          <p:cNvPr id="4100" name="Picture 4" descr="Science by DK - Penguin Books Australia">
            <a:extLst>
              <a:ext uri="{FF2B5EF4-FFF2-40B4-BE49-F238E27FC236}">
                <a16:creationId xmlns:a16="http://schemas.microsoft.com/office/drawing/2014/main" id="{44CA16CA-9523-95F2-B932-A83CC85B9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266" y="678206"/>
            <a:ext cx="4330271" cy="549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457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20E77-22A4-60B7-7487-082B79F2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Good Records: 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45F8A-9E3F-44BF-ADCF-B96FA22A53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indent="226695">
              <a:lnSpc>
                <a:spcPct val="115000"/>
              </a:lnSpc>
              <a:spcAft>
                <a:spcPts val="600"/>
              </a:spcAft>
            </a:pPr>
            <a:r>
              <a:rPr lang="en-AU" sz="18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Interpretations of Data: </a:t>
            </a: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Your preliminary thoughts on the data; what’s interesting, what needs to be repeated, what data is ‘good’ and what data are ‘bad’?</a:t>
            </a:r>
          </a:p>
          <a:p>
            <a:pPr indent="226695">
              <a:lnSpc>
                <a:spcPct val="115000"/>
              </a:lnSpc>
              <a:spcAft>
                <a:spcPts val="600"/>
              </a:spcAft>
            </a:pPr>
            <a:r>
              <a:rPr lang="en-AU" sz="18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Any Events of Note:</a:t>
            </a: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 If anything interesting happens during the experiment that you think is notable (maybe a capacitor blew up?), record it down!</a:t>
            </a:r>
          </a:p>
          <a:p>
            <a:pPr indent="226695">
              <a:lnSpc>
                <a:spcPct val="115000"/>
              </a:lnSpc>
              <a:spcAft>
                <a:spcPts val="600"/>
              </a:spcAft>
            </a:pPr>
            <a:r>
              <a:rPr lang="en-AU" sz="18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Preliminary Conclusions / Goals for the next day</a:t>
            </a: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: After the lab session, reflect on what you’ve gotten done, and whether you achieved your goal. Set a goal for the next experiment session if you can; if not, that’s where you talk to your supervisor!</a:t>
            </a:r>
          </a:p>
          <a:p>
            <a:endParaRPr lang="en-AU" dirty="0"/>
          </a:p>
        </p:txBody>
      </p:sp>
      <p:pic>
        <p:nvPicPr>
          <p:cNvPr id="5126" name="Picture 6" descr="Dust explosion - Wikipedia">
            <a:extLst>
              <a:ext uri="{FF2B5EF4-FFF2-40B4-BE49-F238E27FC236}">
                <a16:creationId xmlns:a16="http://schemas.microsoft.com/office/drawing/2014/main" id="{075E4A25-F86D-B755-134A-C77012625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847" y="935747"/>
            <a:ext cx="3653966" cy="4871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432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20E77-22A4-60B7-7487-082B79F2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Good Records: 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45F8A-9E3F-44BF-ADCF-B96FA22A53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indent="226695">
              <a:lnSpc>
                <a:spcPct val="115000"/>
              </a:lnSpc>
              <a:spcAft>
                <a:spcPts val="600"/>
              </a:spcAft>
            </a:pPr>
            <a:r>
              <a:rPr lang="en-AU" sz="18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Efficiency</a:t>
            </a: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: Don’t repeat methods that have been recorded elsewhere. Just write “set up according to method seen in “X””. </a:t>
            </a:r>
            <a:r>
              <a:rPr lang="en-AU" sz="18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You want to spend most of your time on the interesting stuff; data and preliminary interpretations</a:t>
            </a: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. </a:t>
            </a:r>
          </a:p>
          <a:p>
            <a:pPr indent="226695">
              <a:lnSpc>
                <a:spcPct val="115000"/>
              </a:lnSpc>
              <a:spcAft>
                <a:spcPts val="600"/>
              </a:spcAft>
            </a:pPr>
            <a:r>
              <a:rPr lang="en-AU" sz="18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Legibility</a:t>
            </a: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: Your logbook needs to be readable by the you </a:t>
            </a:r>
            <a:r>
              <a:rPr lang="en-AU" sz="18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four years from now</a:t>
            </a: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; try to avoid shorthand unless you’re definitely sure it is going to remain in your vocabulary.</a:t>
            </a:r>
          </a:p>
          <a:p>
            <a:pPr indent="226695">
              <a:lnSpc>
                <a:spcPct val="115000"/>
              </a:lnSpc>
              <a:spcAft>
                <a:spcPts val="600"/>
              </a:spcAft>
            </a:pPr>
            <a:r>
              <a:rPr lang="en-AU" sz="18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It’s your logbook!: </a:t>
            </a: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Put any extraneous stuff you want in! Pictures, thoughts, a poem; make sure you treat your logbook as part of your own experimental practice.</a:t>
            </a:r>
          </a:p>
          <a:p>
            <a:endParaRPr lang="en-AU" dirty="0"/>
          </a:p>
        </p:txBody>
      </p:sp>
      <p:pic>
        <p:nvPicPr>
          <p:cNvPr id="4" name="Picture 2" descr="Reading books may add years to your life - Harvard Health">
            <a:extLst>
              <a:ext uri="{FF2B5EF4-FFF2-40B4-BE49-F238E27FC236}">
                <a16:creationId xmlns:a16="http://schemas.microsoft.com/office/drawing/2014/main" id="{F05C7FC8-42A9-06EA-2AFF-AA71CEE1A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106" y="1825625"/>
            <a:ext cx="523875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532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AF4B0-F014-E937-ACDF-ABEDD5BDF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99" y="345600"/>
            <a:ext cx="11563297" cy="3477600"/>
          </a:xfrm>
        </p:spPr>
        <p:txBody>
          <a:bodyPr/>
          <a:lstStyle/>
          <a:p>
            <a:r>
              <a:rPr lang="en-AU" sz="19900" dirty="0"/>
              <a:t>EXAMPLES!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ED55E-EC5B-6A9E-9641-7BE1CEAAC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8661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A702B-C878-EAC2-70E4-2A1BB1B6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good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48D4B2-C362-0F7F-C33C-CA7A89017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544" y="503207"/>
            <a:ext cx="5033968" cy="616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91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6B2A-855D-011A-BCD5-3DD501551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455C-2C2B-646A-FEFE-AA2F233DA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Mid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32EC0A-4A6A-08A3-2331-E6236B58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323" y="488830"/>
            <a:ext cx="4980977" cy="621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515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20E77-22A4-60B7-7487-082B79F23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Digital or Physical?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45F8A-9E3F-44BF-ADCF-B96FA22A53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en-AU" sz="18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Either! As long as: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arenR"/>
              <a:tabLst>
                <a:tab pos="226695" algn="l"/>
              </a:tabLst>
            </a:pP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It should be easy to keep everything together; no loose pages or loose files!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arenR"/>
              <a:tabLst>
                <a:tab pos="226695" algn="l"/>
              </a:tabLst>
            </a:pP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You shouldn’t need to do a lot of setup each day to begin recording data.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+mj-lt"/>
              <a:buAutoNum type="arabicParenR"/>
              <a:tabLst>
                <a:tab pos="226695" algn="l"/>
              </a:tabLst>
            </a:pP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You need to be able to </a:t>
            </a:r>
            <a:r>
              <a:rPr lang="en-AU" sz="18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bring it to where you conduct your experiments</a:t>
            </a:r>
            <a:r>
              <a:rPr lang="en-AU" sz="1800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Angsana New" panose="02020603050405020304" pitchFamily="18" charset="-34"/>
              </a:rPr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  <a:buNone/>
            </a:pPr>
            <a:endParaRPr lang="en-AU" sz="1800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Angsana New" panose="02020603050405020304" pitchFamily="18" charset="-34"/>
            </a:endParaRPr>
          </a:p>
          <a:p>
            <a:endParaRPr lang="en-AU" dirty="0"/>
          </a:p>
        </p:txBody>
      </p:sp>
      <p:pic>
        <p:nvPicPr>
          <p:cNvPr id="7170" name="Picture 2" descr="THE ZOOMER VS. BOOMER GAMESHOW - YouTube">
            <a:extLst>
              <a:ext uri="{FF2B5EF4-FFF2-40B4-BE49-F238E27FC236}">
                <a16:creationId xmlns:a16="http://schemas.microsoft.com/office/drawing/2014/main" id="{44E796D4-E539-744C-78AE-479D7FDF5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543" y="1427747"/>
            <a:ext cx="5718119" cy="3216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528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8F8F-AD2B-66B3-96EF-8ADB1CBB0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 – Improve These Notes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33450-66BA-EC62-44F4-4DA13129F3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I’ll share some notes – record what’s good and what’s bad about them!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Can you understand them?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70BD1-C292-C6E8-CA16-91A649DE17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087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E6DEBF-3ED0-37FD-DDEC-5EACC64F3F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97287" y="410482"/>
            <a:ext cx="4524758" cy="644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20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D169F-A21E-63D7-6A74-982FBBB7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A3E602-06FE-5595-EC85-FEB086B6E4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35629" y="361504"/>
            <a:ext cx="8120742" cy="542901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2F8C9-F85C-C621-1FCC-F7B325E59B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45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65634-6D6F-F39B-66CB-DF1B97D12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Rules for Collaborative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E49F3-23DB-AFE3-7622-F84718046F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AAF24-6A8F-A782-E7DD-CA6E3F0C73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36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514F-F973-5AE6-1490-73C857485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arenR"/>
            </a:pPr>
            <a:r>
              <a:rPr lang="en-US" dirty="0"/>
              <a:t>Cloud it / ensure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1A209-D347-F37A-E6E0-B6DBF6F5FF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>
                <a:ea typeface="Roboto"/>
                <a:cs typeface="Roboto"/>
              </a:rPr>
              <a:t>DON'T HAVE ONE PERSON RESPONSIBLE FOR THE DOCUMENTATION</a:t>
            </a:r>
          </a:p>
          <a:p>
            <a:endParaRPr lang="en-US" dirty="0">
              <a:ea typeface="Roboto"/>
              <a:cs typeface="Roboto"/>
            </a:endParaRPr>
          </a:p>
          <a:p>
            <a:r>
              <a:rPr lang="en-US" dirty="0">
                <a:ea typeface="Roboto"/>
                <a:cs typeface="Roboto"/>
              </a:rPr>
              <a:t>DON'T HAVE A FORM OF DOCUMENTATION THAT DOESN'T AUTO BACKUP</a:t>
            </a:r>
          </a:p>
          <a:p>
            <a:endParaRPr lang="en-US" dirty="0">
              <a:ea typeface="Roboto"/>
              <a:cs typeface="Roboto"/>
            </a:endParaRPr>
          </a:p>
          <a:p>
            <a:r>
              <a:rPr lang="en-US" dirty="0">
                <a:ea typeface="Roboto"/>
                <a:cs typeface="Roboto"/>
              </a:rPr>
              <a:t>MAKE SURE EVERYONE CAN ACCESS THE DOCUMENTATION</a:t>
            </a:r>
          </a:p>
        </p:txBody>
      </p:sp>
      <p:pic>
        <p:nvPicPr>
          <p:cNvPr id="5" name="Content Placeholder 4" descr="Server on Fire Burning in Data Center with Network Security System Crashing Down Stock Photo - Image of smoke, crashing: 330525144">
            <a:extLst>
              <a:ext uri="{FF2B5EF4-FFF2-40B4-BE49-F238E27FC236}">
                <a16:creationId xmlns:a16="http://schemas.microsoft.com/office/drawing/2014/main" id="{CD092BED-57EE-9106-D06D-AAEF59C992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78917" y="1662271"/>
            <a:ext cx="4733925" cy="354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67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99FED-041C-9D4F-AFFF-C62E5FD26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2) Version Control!!!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755D65-850C-DAD5-9A9C-302BE3F3DC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13080" y="2190860"/>
            <a:ext cx="5181600" cy="223910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4FC4A-8718-C779-F4E7-4E92F4E3E7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Roboto"/>
                <a:cs typeface="Roboto"/>
              </a:rPr>
              <a:t>Make sure whatever system you use has VERSION CONTROL</a:t>
            </a:r>
          </a:p>
          <a:p>
            <a:endParaRPr lang="en-US" dirty="0">
              <a:ea typeface="Roboto"/>
              <a:cs typeface="Roboto"/>
            </a:endParaRPr>
          </a:p>
          <a:p>
            <a:r>
              <a:rPr lang="en-US" dirty="0">
                <a:ea typeface="Roboto"/>
                <a:cs typeface="Roboto"/>
              </a:rPr>
              <a:t>This is so you can roll back!</a:t>
            </a:r>
          </a:p>
          <a:p>
            <a:endParaRPr lang="en-US" dirty="0">
              <a:ea typeface="Roboto"/>
              <a:cs typeface="Roboto"/>
            </a:endParaRPr>
          </a:p>
          <a:p>
            <a:r>
              <a:rPr lang="en-US" dirty="0">
                <a:ea typeface="Roboto"/>
                <a:cs typeface="Roboto"/>
              </a:rPr>
              <a:t>Examples:</a:t>
            </a:r>
          </a:p>
          <a:p>
            <a:r>
              <a:rPr lang="en-US" dirty="0">
                <a:ea typeface="Roboto"/>
                <a:cs typeface="Roboto"/>
              </a:rPr>
              <a:t>- One Drive</a:t>
            </a:r>
          </a:p>
          <a:p>
            <a:r>
              <a:rPr lang="en-US" dirty="0">
                <a:ea typeface="Roboto"/>
                <a:cs typeface="Roboto"/>
              </a:rPr>
              <a:t>- Git Hub</a:t>
            </a:r>
          </a:p>
        </p:txBody>
      </p:sp>
    </p:spTree>
    <p:extLst>
      <p:ext uri="{BB962C8B-B14F-4D97-AF65-F5344CB8AC3E}">
        <p14:creationId xmlns:p14="http://schemas.microsoft.com/office/powerpoint/2010/main" val="4140699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9CD3-CA78-D3C6-FAD3-F6C9DF81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3) Folder Structure is SUPER Important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37B081-F372-7F8C-DB31-7CF05A38A23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77074" y="2945751"/>
            <a:ext cx="3538105" cy="353810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1B6F7-0AC1-6980-A2B1-6FF9DF816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5327" y="1527752"/>
            <a:ext cx="5181600" cy="34785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Roboto"/>
                <a:cs typeface="Roboto"/>
              </a:rPr>
              <a:t>Check out this blog post:</a:t>
            </a:r>
          </a:p>
          <a:p>
            <a:pPr algn="ctr"/>
            <a:r>
              <a:rPr lang="en-US" dirty="0">
                <a:ea typeface="Roboto"/>
                <a:cs typeface="Roboto"/>
              </a:rPr>
              <a:t>"How I keep my projects </a:t>
            </a:r>
            <a:r>
              <a:rPr lang="en-US" dirty="0" err="1">
                <a:ea typeface="Roboto"/>
                <a:cs typeface="Roboto"/>
              </a:rPr>
              <a:t>organised</a:t>
            </a:r>
            <a:r>
              <a:rPr lang="en-US" dirty="0">
                <a:ea typeface="Roboto"/>
                <a:cs typeface="Roboto"/>
              </a:rPr>
              <a:t>"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AA3185-0BFE-D637-331C-E1148F895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97" y="1963737"/>
            <a:ext cx="4733925" cy="390525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D4770D0-7BE9-BFF2-55AD-F8B4A7240960}"/>
              </a:ext>
            </a:extLst>
          </p:cNvPr>
          <p:cNvSpPr txBox="1">
            <a:spLocks/>
          </p:cNvSpPr>
          <p:nvPr/>
        </p:nvSpPr>
        <p:spPr>
          <a:xfrm>
            <a:off x="738447" y="2807912"/>
            <a:ext cx="5181600" cy="34785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alibri" panose="020F0502020204030204" pitchFamily="34" charset="0"/>
              <a:buChar char="﻿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2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Roboto"/>
                <a:cs typeface="Roboto"/>
              </a:rPr>
              <a:t>Make it obvious where things are, and keep things separate.</a:t>
            </a:r>
            <a:endParaRPr lang="en-US"/>
          </a:p>
          <a:p>
            <a:r>
              <a:rPr lang="en-US" dirty="0">
                <a:ea typeface="Roboto"/>
                <a:cs typeface="Roboto"/>
              </a:rPr>
              <a:t>E.g.</a:t>
            </a:r>
          </a:p>
          <a:p>
            <a:r>
              <a:rPr lang="en-US" dirty="0">
                <a:ea typeface="Roboto"/>
                <a:cs typeface="Roboto"/>
              </a:rPr>
              <a:t>- Papers</a:t>
            </a:r>
          </a:p>
          <a:p>
            <a:r>
              <a:rPr lang="en-US" dirty="0">
                <a:ea typeface="Roboto"/>
                <a:cs typeface="Roboto"/>
              </a:rPr>
              <a:t>- Raw Data</a:t>
            </a:r>
          </a:p>
          <a:p>
            <a:r>
              <a:rPr lang="en-US" dirty="0">
                <a:ea typeface="Roboto"/>
                <a:cs typeface="Roboto"/>
              </a:rPr>
              <a:t>- Processed Data</a:t>
            </a:r>
          </a:p>
        </p:txBody>
      </p:sp>
    </p:spTree>
    <p:extLst>
      <p:ext uri="{BB962C8B-B14F-4D97-AF65-F5344CB8AC3E}">
        <p14:creationId xmlns:p14="http://schemas.microsoft.com/office/powerpoint/2010/main" val="61920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3" id="{FA2C0124-B35A-3249-9C13-71C810D38195}" vid="{69BC2906-370B-0148-B35C-BEC1E8163831}"/>
    </a:ext>
  </a:extLst>
</a:theme>
</file>

<file path=ppt/theme/theme2.xml><?xml version="1.0" encoding="utf-8"?>
<a:theme xmlns:a="http://schemas.openxmlformats.org/drawingml/2006/main" name="1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3" id="{FA2C0124-B35A-3249-9C13-71C810D38195}" vid="{A00751E4-F8A9-8A40-A34D-EFD8D7721315}"/>
    </a:ext>
  </a:extLst>
</a:theme>
</file>

<file path=ppt/theme/theme3.xml><?xml version="1.0" encoding="utf-8"?>
<a:theme xmlns:a="http://schemas.openxmlformats.org/drawingml/2006/main" name="2_Custom Design">
  <a:themeElements>
    <a:clrScheme name="UNSW_2020">
      <a:dk1>
        <a:srgbClr val="000000"/>
      </a:dk1>
      <a:lt1>
        <a:sysClr val="window" lastClr="FFFFFF"/>
      </a:lt1>
      <a:dk2>
        <a:srgbClr val="737373"/>
      </a:dk2>
      <a:lt2>
        <a:srgbClr val="F2F2F2"/>
      </a:lt2>
      <a:accent1>
        <a:srgbClr val="FFDC00"/>
      </a:accent1>
      <a:accent2>
        <a:srgbClr val="FF635D"/>
      </a:accent2>
      <a:accent3>
        <a:srgbClr val="3F61C4"/>
      </a:accent3>
      <a:accent4>
        <a:srgbClr val="1AC987"/>
      </a:accent4>
      <a:accent5>
        <a:srgbClr val="FA91B6"/>
      </a:accent5>
      <a:accent6>
        <a:srgbClr val="8A68C8"/>
      </a:accent6>
      <a:hlink>
        <a:srgbClr val="0000FF"/>
      </a:hlink>
      <a:folHlink>
        <a:srgbClr val="7030A0"/>
      </a:folHlink>
    </a:clrScheme>
    <a:fontScheme name="UNSW Clancy">
      <a:majorFont>
        <a:latin typeface="Clancy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3" id="{FA2C0124-B35A-3249-9C13-71C810D38195}" vid="{ED41A313-DD47-B143-A18A-7590BDB182B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022E11B6C55F458F03297D129AC5C7" ma:contentTypeVersion="16" ma:contentTypeDescription="Create a new document." ma:contentTypeScope="" ma:versionID="c5de254797c2e30b1c1dab67e1fdd087">
  <xsd:schema xmlns:xsd="http://www.w3.org/2001/XMLSchema" xmlns:xs="http://www.w3.org/2001/XMLSchema" xmlns:p="http://schemas.microsoft.com/office/2006/metadata/properties" xmlns:ns2="3e861e5c-b9b4-4f4a-a39d-d4f58c595d50" xmlns:ns3="3d8a2230-54d9-4525-a072-aaf2ad3921af" targetNamespace="http://schemas.microsoft.com/office/2006/metadata/properties" ma:root="true" ma:fieldsID="40d7e893f6517adbc7421dea239a8bfb" ns2:_="" ns3:_="">
    <xsd:import namespace="3e861e5c-b9b4-4f4a-a39d-d4f58c595d50"/>
    <xsd:import namespace="3d8a2230-54d9-4525-a072-aaf2ad392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861e5c-b9b4-4f4a-a39d-d4f58c595d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b026aac-6b52-4d7e-a64d-f3ee90946f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a2230-54d9-4525-a072-aaf2ad3921a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9d5615-4cdb-4eba-9af8-b29b99cf6c5f}" ma:internalName="TaxCatchAll" ma:showField="CatchAllData" ma:web="3d8a2230-54d9-4525-a072-aaf2ad3921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8a2230-54d9-4525-a072-aaf2ad3921af" xsi:nil="true"/>
    <lcf76f155ced4ddcb4097134ff3c332f xmlns="3e861e5c-b9b4-4f4a-a39d-d4f58c595d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CEC6E53-DE09-48B9-92A5-3EADF1FB28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861e5c-b9b4-4f4a-a39d-d4f58c595d50"/>
    <ds:schemaRef ds:uri="3d8a2230-54d9-4525-a072-aaf2ad3921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F36D4B-89AA-43AA-A4F8-41021B5395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CE31FE-9010-4DD9-ACBF-74A5EE27FA83}">
  <ds:schemaRefs>
    <ds:schemaRef ds:uri="http://purl.org/dc/elements/1.1/"/>
    <ds:schemaRef ds:uri="http://schemas.openxmlformats.org/package/2006/metadata/core-properties"/>
    <ds:schemaRef ds:uri="http://purl.org/dc/terms/"/>
    <ds:schemaRef ds:uri="3e861e5c-b9b4-4f4a-a39d-d4f58c595d50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3d8a2230-54d9-4525-a072-aaf2ad3921a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Accessible_Clancy_PPT</Template>
  <TotalTime>768</TotalTime>
  <Words>532</Words>
  <Application>Microsoft Office PowerPoint</Application>
  <PresentationFormat>Widescreen</PresentationFormat>
  <Paragraphs>40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Office Theme</vt:lpstr>
      <vt:lpstr>1_Custom Design</vt:lpstr>
      <vt:lpstr>2_Custom Design</vt:lpstr>
      <vt:lpstr>Workshop 3B Keeping Records</vt:lpstr>
      <vt:lpstr>Why Keep Records?</vt:lpstr>
      <vt:lpstr>What type of records are we talking about?</vt:lpstr>
      <vt:lpstr>Experiment Logs (Logbook)</vt:lpstr>
      <vt:lpstr>What is a logbook?</vt:lpstr>
      <vt:lpstr>Why should you care?</vt:lpstr>
      <vt:lpstr>Good Records: how?</vt:lpstr>
      <vt:lpstr>Good Records: how?</vt:lpstr>
      <vt:lpstr>Good Records: how?</vt:lpstr>
      <vt:lpstr>EXAMPLES!</vt:lpstr>
      <vt:lpstr>A good Example</vt:lpstr>
      <vt:lpstr>A Mid Example</vt:lpstr>
      <vt:lpstr>Digital or Physical?</vt:lpstr>
      <vt:lpstr>Activity 1 – Improve These Notes</vt:lpstr>
      <vt:lpstr>PowerPoint Presentation</vt:lpstr>
      <vt:lpstr>PowerPoint Presentation</vt:lpstr>
      <vt:lpstr>Three Rules for Collaborative Documentation</vt:lpstr>
      <vt:lpstr>Cloud it / ensure access</vt:lpstr>
      <vt:lpstr>2) Version Control!!!</vt:lpstr>
      <vt:lpstr>3) Folder Structure is SUPER Important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Errors and Uncertainties</dc:title>
  <dc:creator>Thomas Dixon</dc:creator>
  <cp:lastModifiedBy>Thomas Dixon</cp:lastModifiedBy>
  <cp:revision>88</cp:revision>
  <cp:lastPrinted>2023-04-20T01:31:52Z</cp:lastPrinted>
  <dcterms:created xsi:type="dcterms:W3CDTF">2023-04-20T01:26:13Z</dcterms:created>
  <dcterms:modified xsi:type="dcterms:W3CDTF">2026-09-05T03:48:03Z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0x010100F4022E11B6C55F458F03297D129AC5C7</vt:lpwstr>
  </property>
</Properties>
</file>