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3"/>
  </p:notesMasterIdLst>
  <p:sldIdLst>
    <p:sldId id="284" r:id="rId5"/>
    <p:sldId id="256" r:id="rId6"/>
    <p:sldId id="285" r:id="rId7"/>
    <p:sldId id="286" r:id="rId8"/>
    <p:sldId id="287" r:id="rId9"/>
    <p:sldId id="288" r:id="rId10"/>
    <p:sldId id="259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7" r:id="rId19"/>
    <p:sldId id="296" r:id="rId20"/>
    <p:sldId id="298" r:id="rId21"/>
    <p:sldId id="299" r:id="rId22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B0C05B-EAB0-F53F-A41C-BB1B8E12EC64}" name="Gee Chong Ling" initials="GL" userId="S::z3198249@ad.unsw.edu.au::83002862-dcb2-4faa-80d2-b39839e9fe55" providerId="AD"/>
  <p188:author id="{B37EC6C6-3E7B-4E1C-39ED-C90057350284}" name="Ben Montet" initials="" userId="S::z3529659@ad.unsw.edu.au::a888762f-31a9-4fa6-a372-d97a52f1ff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6F3AFC-839B-4666-BB9C-49C7A49BC4A8}" v="30" dt="2026-07-05T23:58:50.3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Dixon" userId="f7bf5c02-f15e-4251-9c23-f8a73065092e" providerId="ADAL" clId="{9E4F7595-43C6-4810-908A-8EA3006231F6}"/>
    <pc:docChg chg="undo custSel addSld delSld modSld">
      <pc:chgData name="Thomas Dixon" userId="f7bf5c02-f15e-4251-9c23-f8a73065092e" providerId="ADAL" clId="{9E4F7595-43C6-4810-908A-8EA3006231F6}" dt="2026-07-06T00:00:15.533" v="4377" actId="20577"/>
      <pc:docMkLst>
        <pc:docMk/>
      </pc:docMkLst>
      <pc:sldChg chg="modSp mod">
        <pc:chgData name="Thomas Dixon" userId="f7bf5c02-f15e-4251-9c23-f8a73065092e" providerId="ADAL" clId="{9E4F7595-43C6-4810-908A-8EA3006231F6}" dt="2026-07-05T23:06:30.417" v="24" actId="20577"/>
        <pc:sldMkLst>
          <pc:docMk/>
          <pc:sldMk cId="109857222" sldId="256"/>
        </pc:sldMkLst>
        <pc:spChg chg="mod">
          <ac:chgData name="Thomas Dixon" userId="f7bf5c02-f15e-4251-9c23-f8a73065092e" providerId="ADAL" clId="{9E4F7595-43C6-4810-908A-8EA3006231F6}" dt="2026-07-05T23:06:24.591" v="2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Thomas Dixon" userId="f7bf5c02-f15e-4251-9c23-f8a73065092e" providerId="ADAL" clId="{9E4F7595-43C6-4810-908A-8EA3006231F6}" dt="2026-07-05T23:06:30.417" v="24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1811610339" sldId="257"/>
        </pc:sldMkLst>
      </pc:sldChg>
      <pc:sldChg chg="modSp add mod">
        <pc:chgData name="Thomas Dixon" userId="f7bf5c02-f15e-4251-9c23-f8a73065092e" providerId="ADAL" clId="{9E4F7595-43C6-4810-908A-8EA3006231F6}" dt="2026-07-05T23:15:14.643" v="782" actId="14100"/>
        <pc:sldMkLst>
          <pc:docMk/>
          <pc:sldMk cId="3072937838" sldId="259"/>
        </pc:sldMkLst>
        <pc:spChg chg="mod">
          <ac:chgData name="Thomas Dixon" userId="f7bf5c02-f15e-4251-9c23-f8a73065092e" providerId="ADAL" clId="{9E4F7595-43C6-4810-908A-8EA3006231F6}" dt="2026-07-05T23:15:06.052" v="779" actId="14100"/>
          <ac:spMkLst>
            <pc:docMk/>
            <pc:sldMk cId="3072937838" sldId="259"/>
            <ac:spMk id="3" creationId="{2FFBF805-723E-C314-C7CC-C6814BCC0DA2}"/>
          </ac:spMkLst>
        </pc:spChg>
        <pc:spChg chg="mod">
          <ac:chgData name="Thomas Dixon" userId="f7bf5c02-f15e-4251-9c23-f8a73065092e" providerId="ADAL" clId="{9E4F7595-43C6-4810-908A-8EA3006231F6}" dt="2026-07-05T23:15:14.643" v="782" actId="14100"/>
          <ac:spMkLst>
            <pc:docMk/>
            <pc:sldMk cId="3072937838" sldId="259"/>
            <ac:spMk id="4" creationId="{6EFD5A7A-750A-F383-84C5-F1B1A8E97982}"/>
          </ac:spMkLst>
        </pc:spChg>
        <pc:spChg chg="mod">
          <ac:chgData name="Thomas Dixon" userId="f7bf5c02-f15e-4251-9c23-f8a73065092e" providerId="ADAL" clId="{9E4F7595-43C6-4810-908A-8EA3006231F6}" dt="2026-07-05T23:15:11.695" v="781" actId="1076"/>
          <ac:spMkLst>
            <pc:docMk/>
            <pc:sldMk cId="3072937838" sldId="259"/>
            <ac:spMk id="11" creationId="{EDC11BC6-8DCC-C33D-9DA4-3D3628D3A5A0}"/>
          </ac:spMkLst>
        </pc:spChg>
      </pc:sldChg>
      <pc:sldChg chg="modSp new mod">
        <pc:chgData name="Thomas Dixon" userId="f7bf5c02-f15e-4251-9c23-f8a73065092e" providerId="ADAL" clId="{9E4F7595-43C6-4810-908A-8EA3006231F6}" dt="2026-07-05T23:07:54.937" v="333" actId="20577"/>
        <pc:sldMkLst>
          <pc:docMk/>
          <pc:sldMk cId="717435151" sldId="285"/>
        </pc:sldMkLst>
        <pc:spChg chg="mod">
          <ac:chgData name="Thomas Dixon" userId="f7bf5c02-f15e-4251-9c23-f8a73065092e" providerId="ADAL" clId="{9E4F7595-43C6-4810-908A-8EA3006231F6}" dt="2026-07-05T23:06:39.159" v="37" actId="20577"/>
          <ac:spMkLst>
            <pc:docMk/>
            <pc:sldMk cId="717435151" sldId="285"/>
            <ac:spMk id="2" creationId="{DB159CED-C348-AC06-76E4-6084427B490F}"/>
          </ac:spMkLst>
        </pc:spChg>
        <pc:spChg chg="mod">
          <ac:chgData name="Thomas Dixon" userId="f7bf5c02-f15e-4251-9c23-f8a73065092e" providerId="ADAL" clId="{9E4F7595-43C6-4810-908A-8EA3006231F6}" dt="2026-07-05T23:07:54.937" v="333" actId="20577"/>
          <ac:spMkLst>
            <pc:docMk/>
            <pc:sldMk cId="717435151" sldId="285"/>
            <ac:spMk id="3" creationId="{3D4CBAB8-1A5C-117E-5905-C32597559A05}"/>
          </ac:spMkLst>
        </pc:spChg>
      </pc:sldChg>
      <pc:sldChg chg="addSp delSp modSp new mod">
        <pc:chgData name="Thomas Dixon" userId="f7bf5c02-f15e-4251-9c23-f8a73065092e" providerId="ADAL" clId="{9E4F7595-43C6-4810-908A-8EA3006231F6}" dt="2026-07-05T23:12:21.083" v="427" actId="20577"/>
        <pc:sldMkLst>
          <pc:docMk/>
          <pc:sldMk cId="2821050994" sldId="286"/>
        </pc:sldMkLst>
        <pc:spChg chg="mod">
          <ac:chgData name="Thomas Dixon" userId="f7bf5c02-f15e-4251-9c23-f8a73065092e" providerId="ADAL" clId="{9E4F7595-43C6-4810-908A-8EA3006231F6}" dt="2026-07-05T23:08:06.894" v="375" actId="20577"/>
          <ac:spMkLst>
            <pc:docMk/>
            <pc:sldMk cId="2821050994" sldId="286"/>
            <ac:spMk id="2" creationId="{503F7B1F-BCDF-EEE8-D08F-FB750858EB79}"/>
          </ac:spMkLst>
        </pc:spChg>
        <pc:spChg chg="del">
          <ac:chgData name="Thomas Dixon" userId="f7bf5c02-f15e-4251-9c23-f8a73065092e" providerId="ADAL" clId="{9E4F7595-43C6-4810-908A-8EA3006231F6}" dt="2026-07-05T23:11:43.304" v="377"/>
          <ac:spMkLst>
            <pc:docMk/>
            <pc:sldMk cId="2821050994" sldId="286"/>
            <ac:spMk id="3" creationId="{2FEBF3DA-1316-9068-6FB9-BEAA3CAA93D5}"/>
          </ac:spMkLst>
        </pc:spChg>
        <pc:spChg chg="add mod">
          <ac:chgData name="Thomas Dixon" userId="f7bf5c02-f15e-4251-9c23-f8a73065092e" providerId="ADAL" clId="{9E4F7595-43C6-4810-908A-8EA3006231F6}" dt="2026-07-05T23:12:21.083" v="427" actId="20577"/>
          <ac:spMkLst>
            <pc:docMk/>
            <pc:sldMk cId="2821050994" sldId="286"/>
            <ac:spMk id="6" creationId="{EE2BBE55-F83A-15AF-51F3-DA5487A74416}"/>
          </ac:spMkLst>
        </pc:spChg>
        <pc:picChg chg="add mod ord">
          <ac:chgData name="Thomas Dixon" userId="f7bf5c02-f15e-4251-9c23-f8a73065092e" providerId="ADAL" clId="{9E4F7595-43C6-4810-908A-8EA3006231F6}" dt="2026-07-05T23:11:51.594" v="380" actId="1076"/>
          <ac:picMkLst>
            <pc:docMk/>
            <pc:sldMk cId="2821050994" sldId="286"/>
            <ac:picMk id="5" creationId="{F3934421-6F67-DDD1-D370-E0747BBF9B9B}"/>
          </ac:picMkLst>
        </pc:picChg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4049481340" sldId="286"/>
        </pc:sldMkLst>
      </pc:sldChg>
      <pc:sldChg chg="addSp modSp new mod">
        <pc:chgData name="Thomas Dixon" userId="f7bf5c02-f15e-4251-9c23-f8a73065092e" providerId="ADAL" clId="{9E4F7595-43C6-4810-908A-8EA3006231F6}" dt="2026-07-05T23:13:18.626" v="561" actId="1076"/>
        <pc:sldMkLst>
          <pc:docMk/>
          <pc:sldMk cId="398586773" sldId="287"/>
        </pc:sldMkLst>
        <pc:spChg chg="mod">
          <ac:chgData name="Thomas Dixon" userId="f7bf5c02-f15e-4251-9c23-f8a73065092e" providerId="ADAL" clId="{9E4F7595-43C6-4810-908A-8EA3006231F6}" dt="2026-07-05T23:12:34.015" v="459" actId="20577"/>
          <ac:spMkLst>
            <pc:docMk/>
            <pc:sldMk cId="398586773" sldId="287"/>
            <ac:spMk id="2" creationId="{27087993-7D9C-6D3C-9F05-31A29894FB9A}"/>
          </ac:spMkLst>
        </pc:spChg>
        <pc:spChg chg="mod">
          <ac:chgData name="Thomas Dixon" userId="f7bf5c02-f15e-4251-9c23-f8a73065092e" providerId="ADAL" clId="{9E4F7595-43C6-4810-908A-8EA3006231F6}" dt="2026-07-05T23:13:17.304" v="560" actId="1076"/>
          <ac:spMkLst>
            <pc:docMk/>
            <pc:sldMk cId="398586773" sldId="287"/>
            <ac:spMk id="3" creationId="{6CB462AA-6EC9-2E1B-3764-8E1FC25AA879}"/>
          </ac:spMkLst>
        </pc:spChg>
        <pc:picChg chg="add mod">
          <ac:chgData name="Thomas Dixon" userId="f7bf5c02-f15e-4251-9c23-f8a73065092e" providerId="ADAL" clId="{9E4F7595-43C6-4810-908A-8EA3006231F6}" dt="2026-07-05T23:13:18.626" v="561" actId="1076"/>
          <ac:picMkLst>
            <pc:docMk/>
            <pc:sldMk cId="398586773" sldId="287"/>
            <ac:picMk id="5" creationId="{855D9F87-06F4-4818-5CA1-B2D64912D642}"/>
          </ac:picMkLst>
        </pc:picChg>
      </pc:sldChg>
      <pc:sldChg chg="addSp delSp modSp new mod">
        <pc:chgData name="Thomas Dixon" userId="f7bf5c02-f15e-4251-9c23-f8a73065092e" providerId="ADAL" clId="{9E4F7595-43C6-4810-908A-8EA3006231F6}" dt="2026-07-05T23:14:46.725" v="777" actId="1076"/>
        <pc:sldMkLst>
          <pc:docMk/>
          <pc:sldMk cId="3561897038" sldId="288"/>
        </pc:sldMkLst>
        <pc:spChg chg="mod">
          <ac:chgData name="Thomas Dixon" userId="f7bf5c02-f15e-4251-9c23-f8a73065092e" providerId="ADAL" clId="{9E4F7595-43C6-4810-908A-8EA3006231F6}" dt="2026-07-05T23:13:30.043" v="607" actId="20577"/>
          <ac:spMkLst>
            <pc:docMk/>
            <pc:sldMk cId="3561897038" sldId="288"/>
            <ac:spMk id="2" creationId="{B7F22A8F-2090-335F-5984-17E70DD0A466}"/>
          </ac:spMkLst>
        </pc:spChg>
        <pc:spChg chg="mod">
          <ac:chgData name="Thomas Dixon" userId="f7bf5c02-f15e-4251-9c23-f8a73065092e" providerId="ADAL" clId="{9E4F7595-43C6-4810-908A-8EA3006231F6}" dt="2026-07-05T23:14:45.543" v="776" actId="14100"/>
          <ac:spMkLst>
            <pc:docMk/>
            <pc:sldMk cId="3561897038" sldId="288"/>
            <ac:spMk id="3" creationId="{C6CF8060-2AA0-F021-88DF-4A9DFDA1842A}"/>
          </ac:spMkLst>
        </pc:spChg>
        <pc:spChg chg="add del mod">
          <ac:chgData name="Thomas Dixon" userId="f7bf5c02-f15e-4251-9c23-f8a73065092e" providerId="ADAL" clId="{9E4F7595-43C6-4810-908A-8EA3006231F6}" dt="2026-07-05T23:14:18.493" v="611" actId="478"/>
          <ac:spMkLst>
            <pc:docMk/>
            <pc:sldMk cId="3561897038" sldId="288"/>
            <ac:spMk id="5" creationId="{4523218B-E12A-C17C-7E68-441CDBBCE482}"/>
          </ac:spMkLst>
        </pc:spChg>
        <pc:picChg chg="add mod">
          <ac:chgData name="Thomas Dixon" userId="f7bf5c02-f15e-4251-9c23-f8a73065092e" providerId="ADAL" clId="{9E4F7595-43C6-4810-908A-8EA3006231F6}" dt="2026-07-05T23:14:46.725" v="777" actId="1076"/>
          <ac:picMkLst>
            <pc:docMk/>
            <pc:sldMk cId="3561897038" sldId="288"/>
            <ac:picMk id="4" creationId="{B8AE05BC-A58D-C64F-85CC-8A1A7D37542E}"/>
          </ac:picMkLst>
        </pc:picChg>
      </pc:sldChg>
      <pc:sldChg chg="modSp new mod">
        <pc:chgData name="Thomas Dixon" userId="f7bf5c02-f15e-4251-9c23-f8a73065092e" providerId="ADAL" clId="{9E4F7595-43C6-4810-908A-8EA3006231F6}" dt="2026-07-05T23:15:49.429" v="853" actId="20577"/>
        <pc:sldMkLst>
          <pc:docMk/>
          <pc:sldMk cId="2287146290" sldId="289"/>
        </pc:sldMkLst>
        <pc:spChg chg="mod">
          <ac:chgData name="Thomas Dixon" userId="f7bf5c02-f15e-4251-9c23-f8a73065092e" providerId="ADAL" clId="{9E4F7595-43C6-4810-908A-8EA3006231F6}" dt="2026-07-05T23:15:49.429" v="853" actId="20577"/>
          <ac:spMkLst>
            <pc:docMk/>
            <pc:sldMk cId="2287146290" sldId="289"/>
            <ac:spMk id="2" creationId="{758E7C72-232C-0780-3A97-4D71849F5516}"/>
          </ac:spMkLst>
        </pc:spChg>
      </pc:sldChg>
      <pc:sldChg chg="addSp modSp new mod">
        <pc:chgData name="Thomas Dixon" userId="f7bf5c02-f15e-4251-9c23-f8a73065092e" providerId="ADAL" clId="{9E4F7595-43C6-4810-908A-8EA3006231F6}" dt="2026-07-05T23:17:38.751" v="1282" actId="1076"/>
        <pc:sldMkLst>
          <pc:docMk/>
          <pc:sldMk cId="41651651" sldId="290"/>
        </pc:sldMkLst>
        <pc:spChg chg="mod">
          <ac:chgData name="Thomas Dixon" userId="f7bf5c02-f15e-4251-9c23-f8a73065092e" providerId="ADAL" clId="{9E4F7595-43C6-4810-908A-8EA3006231F6}" dt="2026-07-05T23:17:11.686" v="1152" actId="1076"/>
          <ac:spMkLst>
            <pc:docMk/>
            <pc:sldMk cId="41651651" sldId="290"/>
            <ac:spMk id="3" creationId="{4BB99EEE-C509-D9D3-E833-C02E066651E4}"/>
          </ac:spMkLst>
        </pc:spChg>
        <pc:spChg chg="add mod">
          <ac:chgData name="Thomas Dixon" userId="f7bf5c02-f15e-4251-9c23-f8a73065092e" providerId="ADAL" clId="{9E4F7595-43C6-4810-908A-8EA3006231F6}" dt="2026-07-05T23:17:38.751" v="1282" actId="1076"/>
          <ac:spMkLst>
            <pc:docMk/>
            <pc:sldMk cId="41651651" sldId="290"/>
            <ac:spMk id="4" creationId="{6A62CE14-C519-2990-B575-17550FFC7AC2}"/>
          </ac:spMkLst>
        </pc:spChg>
      </pc:sldChg>
      <pc:sldChg chg="addSp delSp modSp new mod">
        <pc:chgData name="Thomas Dixon" userId="f7bf5c02-f15e-4251-9c23-f8a73065092e" providerId="ADAL" clId="{9E4F7595-43C6-4810-908A-8EA3006231F6}" dt="2026-07-05T23:27:40.851" v="1846" actId="478"/>
        <pc:sldMkLst>
          <pc:docMk/>
          <pc:sldMk cId="4073797144" sldId="291"/>
        </pc:sldMkLst>
        <pc:spChg chg="mod">
          <ac:chgData name="Thomas Dixon" userId="f7bf5c02-f15e-4251-9c23-f8a73065092e" providerId="ADAL" clId="{9E4F7595-43C6-4810-908A-8EA3006231F6}" dt="2026-07-05T23:17:45.913" v="1295" actId="20577"/>
          <ac:spMkLst>
            <pc:docMk/>
            <pc:sldMk cId="4073797144" sldId="291"/>
            <ac:spMk id="2" creationId="{EF04717D-0EA9-DFC8-3F20-946FBC9DE89E}"/>
          </ac:spMkLst>
        </pc:spChg>
        <pc:spChg chg="mod">
          <ac:chgData name="Thomas Dixon" userId="f7bf5c02-f15e-4251-9c23-f8a73065092e" providerId="ADAL" clId="{9E4F7595-43C6-4810-908A-8EA3006231F6}" dt="2026-07-05T23:21:45.530" v="1602" actId="20577"/>
          <ac:spMkLst>
            <pc:docMk/>
            <pc:sldMk cId="4073797144" sldId="291"/>
            <ac:spMk id="3" creationId="{34B734C1-8EAB-BDA8-A896-BD1E14CDC25B}"/>
          </ac:spMkLst>
        </pc:spChg>
        <pc:spChg chg="add mod">
          <ac:chgData name="Thomas Dixon" userId="f7bf5c02-f15e-4251-9c23-f8a73065092e" providerId="ADAL" clId="{9E4F7595-43C6-4810-908A-8EA3006231F6}" dt="2026-07-05T23:20:38.898" v="1363" actId="571"/>
          <ac:spMkLst>
            <pc:docMk/>
            <pc:sldMk cId="4073797144" sldId="291"/>
            <ac:spMk id="4" creationId="{07508AC1-75CA-5929-0A06-43E10531C2FC}"/>
          </ac:spMkLst>
        </pc:spChg>
        <pc:spChg chg="add del mod">
          <ac:chgData name="Thomas Dixon" userId="f7bf5c02-f15e-4251-9c23-f8a73065092e" providerId="ADAL" clId="{9E4F7595-43C6-4810-908A-8EA3006231F6}" dt="2026-07-05T23:21:41.476" v="1579" actId="478"/>
          <ac:spMkLst>
            <pc:docMk/>
            <pc:sldMk cId="4073797144" sldId="291"/>
            <ac:spMk id="5" creationId="{C7004890-D1B4-3AA6-2A9F-22BC9E61E34C}"/>
          </ac:spMkLst>
        </pc:spChg>
        <pc:spChg chg="add mod">
          <ac:chgData name="Thomas Dixon" userId="f7bf5c02-f15e-4251-9c23-f8a73065092e" providerId="ADAL" clId="{9E4F7595-43C6-4810-908A-8EA3006231F6}" dt="2026-07-05T23:22:05.269" v="1642" actId="14100"/>
          <ac:spMkLst>
            <pc:docMk/>
            <pc:sldMk cId="4073797144" sldId="291"/>
            <ac:spMk id="6" creationId="{DA1F7544-75DE-9148-12CD-5BC14267C2CE}"/>
          </ac:spMkLst>
        </pc:spChg>
        <pc:spChg chg="add mod">
          <ac:chgData name="Thomas Dixon" userId="f7bf5c02-f15e-4251-9c23-f8a73065092e" providerId="ADAL" clId="{9E4F7595-43C6-4810-908A-8EA3006231F6}" dt="2026-07-05T23:22:22.701" v="1687" actId="1076"/>
          <ac:spMkLst>
            <pc:docMk/>
            <pc:sldMk cId="4073797144" sldId="291"/>
            <ac:spMk id="7" creationId="{FEE12F7C-C2F5-EB0B-A807-6EF271067C3C}"/>
          </ac:spMkLst>
        </pc:spChg>
        <pc:spChg chg="add mod">
          <ac:chgData name="Thomas Dixon" userId="f7bf5c02-f15e-4251-9c23-f8a73065092e" providerId="ADAL" clId="{9E4F7595-43C6-4810-908A-8EA3006231F6}" dt="2026-07-05T23:27:27.818" v="1844" actId="1076"/>
          <ac:spMkLst>
            <pc:docMk/>
            <pc:sldMk cId="4073797144" sldId="291"/>
            <ac:spMk id="8" creationId="{008272BD-FD38-1543-2CD1-B15F77C4C46A}"/>
          </ac:spMkLst>
        </pc:spChg>
        <pc:spChg chg="add del mod">
          <ac:chgData name="Thomas Dixon" userId="f7bf5c02-f15e-4251-9c23-f8a73065092e" providerId="ADAL" clId="{9E4F7595-43C6-4810-908A-8EA3006231F6}" dt="2026-07-05T23:27:40.851" v="1846" actId="478"/>
          <ac:spMkLst>
            <pc:docMk/>
            <pc:sldMk cId="4073797144" sldId="291"/>
            <ac:spMk id="9" creationId="{713F810F-8F2D-3BBA-1D8C-91855C27B1EF}"/>
          </ac:spMkLst>
        </pc:spChg>
      </pc:sldChg>
      <pc:sldChg chg="addSp modSp new mod">
        <pc:chgData name="Thomas Dixon" userId="f7bf5c02-f15e-4251-9c23-f8a73065092e" providerId="ADAL" clId="{9E4F7595-43C6-4810-908A-8EA3006231F6}" dt="2026-07-05T23:29:26.770" v="2039" actId="1076"/>
        <pc:sldMkLst>
          <pc:docMk/>
          <pc:sldMk cId="920398973" sldId="292"/>
        </pc:sldMkLst>
        <pc:spChg chg="mod">
          <ac:chgData name="Thomas Dixon" userId="f7bf5c02-f15e-4251-9c23-f8a73065092e" providerId="ADAL" clId="{9E4F7595-43C6-4810-908A-8EA3006231F6}" dt="2026-07-05T23:17:54.793" v="1341" actId="20577"/>
          <ac:spMkLst>
            <pc:docMk/>
            <pc:sldMk cId="920398973" sldId="292"/>
            <ac:spMk id="2" creationId="{390B6632-A736-DD07-438F-C72F37B07698}"/>
          </ac:spMkLst>
        </pc:spChg>
        <pc:spChg chg="mod">
          <ac:chgData name="Thomas Dixon" userId="f7bf5c02-f15e-4251-9c23-f8a73065092e" providerId="ADAL" clId="{9E4F7595-43C6-4810-908A-8EA3006231F6}" dt="2026-07-05T23:28:29.925" v="2028" actId="20577"/>
          <ac:spMkLst>
            <pc:docMk/>
            <pc:sldMk cId="920398973" sldId="292"/>
            <ac:spMk id="3" creationId="{C5409192-FE6D-BDAF-12B9-DAC5B3CA2585}"/>
          </ac:spMkLst>
        </pc:spChg>
        <pc:spChg chg="add mod">
          <ac:chgData name="Thomas Dixon" userId="f7bf5c02-f15e-4251-9c23-f8a73065092e" providerId="ADAL" clId="{9E4F7595-43C6-4810-908A-8EA3006231F6}" dt="2026-07-05T23:29:03.751" v="2035" actId="1076"/>
          <ac:spMkLst>
            <pc:docMk/>
            <pc:sldMk cId="920398973" sldId="292"/>
            <ac:spMk id="6" creationId="{7B735083-37BC-3ABE-12A0-3178549E3AF2}"/>
          </ac:spMkLst>
        </pc:spChg>
        <pc:picChg chg="add mod">
          <ac:chgData name="Thomas Dixon" userId="f7bf5c02-f15e-4251-9c23-f8a73065092e" providerId="ADAL" clId="{9E4F7595-43C6-4810-908A-8EA3006231F6}" dt="2026-07-05T23:28:56.539" v="2033" actId="1076"/>
          <ac:picMkLst>
            <pc:docMk/>
            <pc:sldMk cId="920398973" sldId="292"/>
            <ac:picMk id="5" creationId="{F30E5F07-1AFF-AF04-9FC4-E4BD1702E036}"/>
          </ac:picMkLst>
        </pc:picChg>
        <pc:picChg chg="add mod">
          <ac:chgData name="Thomas Dixon" userId="f7bf5c02-f15e-4251-9c23-f8a73065092e" providerId="ADAL" clId="{9E4F7595-43C6-4810-908A-8EA3006231F6}" dt="2026-07-05T23:29:26.770" v="2039" actId="1076"/>
          <ac:picMkLst>
            <pc:docMk/>
            <pc:sldMk cId="920398973" sldId="292"/>
            <ac:picMk id="8" creationId="{4D4912A2-B429-AC6A-91AF-05035BCA424F}"/>
          </ac:picMkLst>
        </pc:picChg>
      </pc:sldChg>
      <pc:sldChg chg="addSp delSp modSp new mod">
        <pc:chgData name="Thomas Dixon" userId="f7bf5c02-f15e-4251-9c23-f8a73065092e" providerId="ADAL" clId="{9E4F7595-43C6-4810-908A-8EA3006231F6}" dt="2026-07-05T23:34:03.320" v="2420" actId="1076"/>
        <pc:sldMkLst>
          <pc:docMk/>
          <pc:sldMk cId="1696578783" sldId="293"/>
        </pc:sldMkLst>
        <pc:spChg chg="mod">
          <ac:chgData name="Thomas Dixon" userId="f7bf5c02-f15e-4251-9c23-f8a73065092e" providerId="ADAL" clId="{9E4F7595-43C6-4810-908A-8EA3006231F6}" dt="2026-07-05T23:30:41.221" v="2074" actId="14100"/>
          <ac:spMkLst>
            <pc:docMk/>
            <pc:sldMk cId="1696578783" sldId="293"/>
            <ac:spMk id="2" creationId="{B709A4D4-0B04-3C9B-6B51-272F07EBC55B}"/>
          </ac:spMkLst>
        </pc:spChg>
        <pc:spChg chg="mod">
          <ac:chgData name="Thomas Dixon" userId="f7bf5c02-f15e-4251-9c23-f8a73065092e" providerId="ADAL" clId="{9E4F7595-43C6-4810-908A-8EA3006231F6}" dt="2026-07-05T23:31:32.445" v="2304" actId="20577"/>
          <ac:spMkLst>
            <pc:docMk/>
            <pc:sldMk cId="1696578783" sldId="293"/>
            <ac:spMk id="3" creationId="{B01B46E3-FBE7-4E97-7AC9-4972A13047B4}"/>
          </ac:spMkLst>
        </pc:spChg>
        <pc:spChg chg="add mod">
          <ac:chgData name="Thomas Dixon" userId="f7bf5c02-f15e-4251-9c23-f8a73065092e" providerId="ADAL" clId="{9E4F7595-43C6-4810-908A-8EA3006231F6}" dt="2026-07-05T23:34:01.523" v="2418" actId="1076"/>
          <ac:spMkLst>
            <pc:docMk/>
            <pc:sldMk cId="1696578783" sldId="293"/>
            <ac:spMk id="4" creationId="{A0358E96-BFB3-4B89-12AA-CD2A5F24849F}"/>
          </ac:spMkLst>
        </pc:spChg>
        <pc:spChg chg="add mod">
          <ac:chgData name="Thomas Dixon" userId="f7bf5c02-f15e-4251-9c23-f8a73065092e" providerId="ADAL" clId="{9E4F7595-43C6-4810-908A-8EA3006231F6}" dt="2026-07-05T23:33:52.434" v="2414" actId="1076"/>
          <ac:spMkLst>
            <pc:docMk/>
            <pc:sldMk cId="1696578783" sldId="293"/>
            <ac:spMk id="10" creationId="{2721143F-036D-8953-6DB0-147A86275794}"/>
          </ac:spMkLst>
        </pc:spChg>
        <pc:picChg chg="add mod">
          <ac:chgData name="Thomas Dixon" userId="f7bf5c02-f15e-4251-9c23-f8a73065092e" providerId="ADAL" clId="{9E4F7595-43C6-4810-908A-8EA3006231F6}" dt="2026-07-05T23:33:57.782" v="2416" actId="1076"/>
          <ac:picMkLst>
            <pc:docMk/>
            <pc:sldMk cId="1696578783" sldId="293"/>
            <ac:picMk id="5" creationId="{17513AF1-3311-56F4-7A84-EF8BAA2CD7B7}"/>
          </ac:picMkLst>
        </pc:picChg>
        <pc:picChg chg="add">
          <ac:chgData name="Thomas Dixon" userId="f7bf5c02-f15e-4251-9c23-f8a73065092e" providerId="ADAL" clId="{9E4F7595-43C6-4810-908A-8EA3006231F6}" dt="2026-07-05T23:32:17.518" v="2365"/>
          <ac:picMkLst>
            <pc:docMk/>
            <pc:sldMk cId="1696578783" sldId="293"/>
            <ac:picMk id="6" creationId="{7D287422-C8A3-558C-A34C-948D98D07F21}"/>
          </ac:picMkLst>
        </pc:picChg>
        <pc:picChg chg="add mod">
          <ac:chgData name="Thomas Dixon" userId="f7bf5c02-f15e-4251-9c23-f8a73065092e" providerId="ADAL" clId="{9E4F7595-43C6-4810-908A-8EA3006231F6}" dt="2026-07-05T23:33:58.832" v="2417" actId="1076"/>
          <ac:picMkLst>
            <pc:docMk/>
            <pc:sldMk cId="1696578783" sldId="293"/>
            <ac:picMk id="7" creationId="{1BFFD3FE-EDE5-C031-780F-0A3775E16838}"/>
          </ac:picMkLst>
        </pc:picChg>
        <pc:picChg chg="add del">
          <ac:chgData name="Thomas Dixon" userId="f7bf5c02-f15e-4251-9c23-f8a73065092e" providerId="ADAL" clId="{9E4F7595-43C6-4810-908A-8EA3006231F6}" dt="2026-07-05T23:33:14.629" v="2371" actId="478"/>
          <ac:picMkLst>
            <pc:docMk/>
            <pc:sldMk cId="1696578783" sldId="293"/>
            <ac:picMk id="9" creationId="{880BA4AF-94BB-21D7-5FC5-DB6A6D6D38E3}"/>
          </ac:picMkLst>
        </pc:picChg>
        <pc:picChg chg="add mod">
          <ac:chgData name="Thomas Dixon" userId="f7bf5c02-f15e-4251-9c23-f8a73065092e" providerId="ADAL" clId="{9E4F7595-43C6-4810-908A-8EA3006231F6}" dt="2026-07-05T23:34:03.320" v="2420" actId="1076"/>
          <ac:picMkLst>
            <pc:docMk/>
            <pc:sldMk cId="1696578783" sldId="293"/>
            <ac:picMk id="11" creationId="{248893C9-0FE3-4DB2-A865-01D5B1871AA0}"/>
          </ac:picMkLst>
        </pc:picChg>
      </pc:sldChg>
      <pc:sldChg chg="addSp delSp modSp new mod">
        <pc:chgData name="Thomas Dixon" userId="f7bf5c02-f15e-4251-9c23-f8a73065092e" providerId="ADAL" clId="{9E4F7595-43C6-4810-908A-8EA3006231F6}" dt="2026-07-05T23:40:05.602" v="2616" actId="1076"/>
        <pc:sldMkLst>
          <pc:docMk/>
          <pc:sldMk cId="3028462878" sldId="294"/>
        </pc:sldMkLst>
        <pc:spChg chg="mod">
          <ac:chgData name="Thomas Dixon" userId="f7bf5c02-f15e-4251-9c23-f8a73065092e" providerId="ADAL" clId="{9E4F7595-43C6-4810-908A-8EA3006231F6}" dt="2026-07-05T23:34:11.585" v="2453" actId="20577"/>
          <ac:spMkLst>
            <pc:docMk/>
            <pc:sldMk cId="3028462878" sldId="294"/>
            <ac:spMk id="2" creationId="{4B75C8AB-0EF8-F85A-E076-8F4C714AC534}"/>
          </ac:spMkLst>
        </pc:spChg>
        <pc:spChg chg="mod">
          <ac:chgData name="Thomas Dixon" userId="f7bf5c02-f15e-4251-9c23-f8a73065092e" providerId="ADAL" clId="{9E4F7595-43C6-4810-908A-8EA3006231F6}" dt="2026-07-05T23:38:58.676" v="2600" actId="1076"/>
          <ac:spMkLst>
            <pc:docMk/>
            <pc:sldMk cId="3028462878" sldId="294"/>
            <ac:spMk id="3" creationId="{33DEB55F-F438-ECAA-8FA7-B5871413E6D8}"/>
          </ac:spMkLst>
        </pc:spChg>
        <pc:spChg chg="add mod">
          <ac:chgData name="Thomas Dixon" userId="f7bf5c02-f15e-4251-9c23-f8a73065092e" providerId="ADAL" clId="{9E4F7595-43C6-4810-908A-8EA3006231F6}" dt="2026-07-05T23:39:00.552" v="2601" actId="1076"/>
          <ac:spMkLst>
            <pc:docMk/>
            <pc:sldMk cId="3028462878" sldId="294"/>
            <ac:spMk id="4" creationId="{01220CA8-3D11-E6F2-6E65-23DF951AAF52}"/>
          </ac:spMkLst>
        </pc:spChg>
        <pc:spChg chg="add mod">
          <ac:chgData name="Thomas Dixon" userId="f7bf5c02-f15e-4251-9c23-f8a73065092e" providerId="ADAL" clId="{9E4F7595-43C6-4810-908A-8EA3006231F6}" dt="2026-07-05T23:40:03.943" v="2614" actId="1076"/>
          <ac:spMkLst>
            <pc:docMk/>
            <pc:sldMk cId="3028462878" sldId="294"/>
            <ac:spMk id="5" creationId="{C28457E5-E7FA-1117-A618-8CC4F38C9FED}"/>
          </ac:spMkLst>
        </pc:spChg>
        <pc:spChg chg="add mod">
          <ac:chgData name="Thomas Dixon" userId="f7bf5c02-f15e-4251-9c23-f8a73065092e" providerId="ADAL" clId="{9E4F7595-43C6-4810-908A-8EA3006231F6}" dt="2026-07-05T23:35:59.073" v="2586" actId="1076"/>
          <ac:spMkLst>
            <pc:docMk/>
            <pc:sldMk cId="3028462878" sldId="294"/>
            <ac:spMk id="6" creationId="{3EA6DF5C-5DF0-2965-A4D8-2AAAFE75FA6A}"/>
          </ac:spMkLst>
        </pc:spChg>
        <pc:spChg chg="add mod">
          <ac:chgData name="Thomas Dixon" userId="f7bf5c02-f15e-4251-9c23-f8a73065092e" providerId="ADAL" clId="{9E4F7595-43C6-4810-908A-8EA3006231F6}" dt="2026-07-05T23:36:01.053" v="2587" actId="1076"/>
          <ac:spMkLst>
            <pc:docMk/>
            <pc:sldMk cId="3028462878" sldId="294"/>
            <ac:spMk id="7" creationId="{59B856AD-6DD4-2DB8-07F3-05D3EE6275A1}"/>
          </ac:spMkLst>
        </pc:spChg>
        <pc:spChg chg="add del mod">
          <ac:chgData name="Thomas Dixon" userId="f7bf5c02-f15e-4251-9c23-f8a73065092e" providerId="ADAL" clId="{9E4F7595-43C6-4810-908A-8EA3006231F6}" dt="2026-07-05T23:35:45.394" v="2552" actId="478"/>
          <ac:spMkLst>
            <pc:docMk/>
            <pc:sldMk cId="3028462878" sldId="294"/>
            <ac:spMk id="8" creationId="{3752F15A-529D-15E8-38AB-0B4BD938406C}"/>
          </ac:spMkLst>
        </pc:spChg>
        <pc:picChg chg="add mod">
          <ac:chgData name="Thomas Dixon" userId="f7bf5c02-f15e-4251-9c23-f8a73065092e" providerId="ADAL" clId="{9E4F7595-43C6-4810-908A-8EA3006231F6}" dt="2026-07-05T23:38:10.802" v="2591" actId="14100"/>
          <ac:picMkLst>
            <pc:docMk/>
            <pc:sldMk cId="3028462878" sldId="294"/>
            <ac:picMk id="10" creationId="{57272956-B2FB-E380-F2D4-18447DC0FF5F}"/>
          </ac:picMkLst>
        </pc:picChg>
        <pc:picChg chg="add mod">
          <ac:chgData name="Thomas Dixon" userId="f7bf5c02-f15e-4251-9c23-f8a73065092e" providerId="ADAL" clId="{9E4F7595-43C6-4810-908A-8EA3006231F6}" dt="2026-07-05T23:40:05.602" v="2616" actId="1076"/>
          <ac:picMkLst>
            <pc:docMk/>
            <pc:sldMk cId="3028462878" sldId="294"/>
            <ac:picMk id="12" creationId="{76B7D81B-7A5F-2A17-A3F4-D22346E92C10}"/>
          </ac:picMkLst>
        </pc:picChg>
        <pc:picChg chg="add mod">
          <ac:chgData name="Thomas Dixon" userId="f7bf5c02-f15e-4251-9c23-f8a73065092e" providerId="ADAL" clId="{9E4F7595-43C6-4810-908A-8EA3006231F6}" dt="2026-07-05T23:40:04.797" v="2615" actId="1076"/>
          <ac:picMkLst>
            <pc:docMk/>
            <pc:sldMk cId="3028462878" sldId="294"/>
            <ac:picMk id="14" creationId="{E742CE7B-B59C-322F-FE84-B2561FEF7B06}"/>
          </ac:picMkLst>
        </pc:picChg>
      </pc:sldChg>
      <pc:sldChg chg="modSp new mod">
        <pc:chgData name="Thomas Dixon" userId="f7bf5c02-f15e-4251-9c23-f8a73065092e" providerId="ADAL" clId="{9E4F7595-43C6-4810-908A-8EA3006231F6}" dt="2026-07-05T23:57:02.370" v="3787" actId="20577"/>
        <pc:sldMkLst>
          <pc:docMk/>
          <pc:sldMk cId="4032444982" sldId="295"/>
        </pc:sldMkLst>
        <pc:spChg chg="mod">
          <ac:chgData name="Thomas Dixon" userId="f7bf5c02-f15e-4251-9c23-f8a73065092e" providerId="ADAL" clId="{9E4F7595-43C6-4810-908A-8EA3006231F6}" dt="2026-07-05T23:40:37.068" v="2645" actId="20577"/>
          <ac:spMkLst>
            <pc:docMk/>
            <pc:sldMk cId="4032444982" sldId="295"/>
            <ac:spMk id="2" creationId="{0D7AA9BE-DE08-316E-C2F6-C5EBF1CC25D3}"/>
          </ac:spMkLst>
        </pc:spChg>
        <pc:spChg chg="mod">
          <ac:chgData name="Thomas Dixon" userId="f7bf5c02-f15e-4251-9c23-f8a73065092e" providerId="ADAL" clId="{9E4F7595-43C6-4810-908A-8EA3006231F6}" dt="2026-07-05T23:57:02.370" v="3787" actId="20577"/>
          <ac:spMkLst>
            <pc:docMk/>
            <pc:sldMk cId="4032444982" sldId="295"/>
            <ac:spMk id="3" creationId="{8B6F04D0-F6AA-7B4A-B272-1E16BE2ECC90}"/>
          </ac:spMkLst>
        </pc:spChg>
      </pc:sldChg>
      <pc:sldChg chg="addSp modSp new mod">
        <pc:chgData name="Thomas Dixon" userId="f7bf5c02-f15e-4251-9c23-f8a73065092e" providerId="ADAL" clId="{9E4F7595-43C6-4810-908A-8EA3006231F6}" dt="2026-07-05T23:55:48.786" v="3675" actId="20577"/>
        <pc:sldMkLst>
          <pc:docMk/>
          <pc:sldMk cId="2230743485" sldId="296"/>
        </pc:sldMkLst>
        <pc:spChg chg="mod">
          <ac:chgData name="Thomas Dixon" userId="f7bf5c02-f15e-4251-9c23-f8a73065092e" providerId="ADAL" clId="{9E4F7595-43C6-4810-908A-8EA3006231F6}" dt="2026-07-05T23:55:48.786" v="3675" actId="20577"/>
          <ac:spMkLst>
            <pc:docMk/>
            <pc:sldMk cId="2230743485" sldId="296"/>
            <ac:spMk id="2" creationId="{77AE4185-5EDB-D74C-6D9B-F484F6932F20}"/>
          </ac:spMkLst>
        </pc:spChg>
        <pc:spChg chg="mod">
          <ac:chgData name="Thomas Dixon" userId="f7bf5c02-f15e-4251-9c23-f8a73065092e" providerId="ADAL" clId="{9E4F7595-43C6-4810-908A-8EA3006231F6}" dt="2026-07-05T23:52:17.228" v="3154" actId="14100"/>
          <ac:spMkLst>
            <pc:docMk/>
            <pc:sldMk cId="2230743485" sldId="296"/>
            <ac:spMk id="3" creationId="{E948E2D4-E7A7-C40B-A2E8-B92F0CDADAC7}"/>
          </ac:spMkLst>
        </pc:spChg>
        <pc:spChg chg="add mod">
          <ac:chgData name="Thomas Dixon" userId="f7bf5c02-f15e-4251-9c23-f8a73065092e" providerId="ADAL" clId="{9E4F7595-43C6-4810-908A-8EA3006231F6}" dt="2026-07-05T23:53:20.026" v="3347" actId="1076"/>
          <ac:spMkLst>
            <pc:docMk/>
            <pc:sldMk cId="2230743485" sldId="296"/>
            <ac:spMk id="4" creationId="{58E68223-7709-06A0-F92F-4381A9EA954A}"/>
          </ac:spMkLst>
        </pc:spChg>
        <pc:spChg chg="add mod">
          <ac:chgData name="Thomas Dixon" userId="f7bf5c02-f15e-4251-9c23-f8a73065092e" providerId="ADAL" clId="{9E4F7595-43C6-4810-908A-8EA3006231F6}" dt="2026-07-05T23:55:29.556" v="3658" actId="20577"/>
          <ac:spMkLst>
            <pc:docMk/>
            <pc:sldMk cId="2230743485" sldId="296"/>
            <ac:spMk id="5" creationId="{C76C43ED-9AD3-076C-12EA-5BDF2DF70CBC}"/>
          </ac:spMkLst>
        </pc:spChg>
        <pc:spChg chg="add mod">
          <ac:chgData name="Thomas Dixon" userId="f7bf5c02-f15e-4251-9c23-f8a73065092e" providerId="ADAL" clId="{9E4F7595-43C6-4810-908A-8EA3006231F6}" dt="2026-07-05T23:55:25.970" v="3653" actId="1076"/>
          <ac:spMkLst>
            <pc:docMk/>
            <pc:sldMk cId="2230743485" sldId="296"/>
            <ac:spMk id="6" creationId="{EF34F12F-1E8A-BEB3-F42A-A8D5BF509DED}"/>
          </ac:spMkLst>
        </pc:spChg>
      </pc:sldChg>
      <pc:sldChg chg="modSp new mod">
        <pc:chgData name="Thomas Dixon" userId="f7bf5c02-f15e-4251-9c23-f8a73065092e" providerId="ADAL" clId="{9E4F7595-43C6-4810-908A-8EA3006231F6}" dt="2026-07-05T23:49:43.250" v="2998" actId="20577"/>
        <pc:sldMkLst>
          <pc:docMk/>
          <pc:sldMk cId="221589999" sldId="297"/>
        </pc:sldMkLst>
        <pc:spChg chg="mod">
          <ac:chgData name="Thomas Dixon" userId="f7bf5c02-f15e-4251-9c23-f8a73065092e" providerId="ADAL" clId="{9E4F7595-43C6-4810-908A-8EA3006231F6}" dt="2026-07-05T23:48:37.399" v="2706" actId="20577"/>
          <ac:spMkLst>
            <pc:docMk/>
            <pc:sldMk cId="221589999" sldId="297"/>
            <ac:spMk id="2" creationId="{59191FD8-7D16-1DA4-A30B-BB54041AC9D0}"/>
          </ac:spMkLst>
        </pc:spChg>
        <pc:spChg chg="mod">
          <ac:chgData name="Thomas Dixon" userId="f7bf5c02-f15e-4251-9c23-f8a73065092e" providerId="ADAL" clId="{9E4F7595-43C6-4810-908A-8EA3006231F6}" dt="2026-07-05T23:49:43.250" v="2998" actId="20577"/>
          <ac:spMkLst>
            <pc:docMk/>
            <pc:sldMk cId="221589999" sldId="297"/>
            <ac:spMk id="3" creationId="{3FC0FE33-92D5-4103-75A0-7865A6FC1BAF}"/>
          </ac:spMkLst>
        </pc:spChg>
      </pc:sldChg>
      <pc:sldChg chg="addSp delSp modSp new mod">
        <pc:chgData name="Thomas Dixon" userId="f7bf5c02-f15e-4251-9c23-f8a73065092e" providerId="ADAL" clId="{9E4F7595-43C6-4810-908A-8EA3006231F6}" dt="2026-07-05T23:58:17.753" v="4027" actId="1076"/>
        <pc:sldMkLst>
          <pc:docMk/>
          <pc:sldMk cId="337467025" sldId="298"/>
        </pc:sldMkLst>
        <pc:spChg chg="mod">
          <ac:chgData name="Thomas Dixon" userId="f7bf5c02-f15e-4251-9c23-f8a73065092e" providerId="ADAL" clId="{9E4F7595-43C6-4810-908A-8EA3006231F6}" dt="2026-07-05T23:56:37.718" v="3777" actId="20577"/>
          <ac:spMkLst>
            <pc:docMk/>
            <pc:sldMk cId="337467025" sldId="298"/>
            <ac:spMk id="2" creationId="{ED0F03AF-83E8-FE59-57DC-A40434C8A417}"/>
          </ac:spMkLst>
        </pc:spChg>
        <pc:spChg chg="del">
          <ac:chgData name="Thomas Dixon" userId="f7bf5c02-f15e-4251-9c23-f8a73065092e" providerId="ADAL" clId="{9E4F7595-43C6-4810-908A-8EA3006231F6}" dt="2026-07-05T23:57:09.298" v="3789" actId="478"/>
          <ac:spMkLst>
            <pc:docMk/>
            <pc:sldMk cId="337467025" sldId="298"/>
            <ac:spMk id="3" creationId="{2E8EC77C-C285-804F-DF19-F45707DF05E6}"/>
          </ac:spMkLst>
        </pc:spChg>
        <pc:spChg chg="add mod">
          <ac:chgData name="Thomas Dixon" userId="f7bf5c02-f15e-4251-9c23-f8a73065092e" providerId="ADAL" clId="{9E4F7595-43C6-4810-908A-8EA3006231F6}" dt="2026-07-05T23:57:23.825" v="3849" actId="20577"/>
          <ac:spMkLst>
            <pc:docMk/>
            <pc:sldMk cId="337467025" sldId="298"/>
            <ac:spMk id="4" creationId="{77CBE2F5-1F7E-FDAC-E99C-080DFA2AF433}"/>
          </ac:spMkLst>
        </pc:spChg>
        <pc:spChg chg="add mod">
          <ac:chgData name="Thomas Dixon" userId="f7bf5c02-f15e-4251-9c23-f8a73065092e" providerId="ADAL" clId="{9E4F7595-43C6-4810-908A-8EA3006231F6}" dt="2026-07-05T23:57:38.575" v="3874" actId="20577"/>
          <ac:spMkLst>
            <pc:docMk/>
            <pc:sldMk cId="337467025" sldId="298"/>
            <ac:spMk id="6" creationId="{C01526E7-621A-F45D-13C7-65502735F58C}"/>
          </ac:spMkLst>
        </pc:spChg>
        <pc:spChg chg="add mod">
          <ac:chgData name="Thomas Dixon" userId="f7bf5c02-f15e-4251-9c23-f8a73065092e" providerId="ADAL" clId="{9E4F7595-43C6-4810-908A-8EA3006231F6}" dt="2026-07-05T23:58:17.753" v="4027" actId="1076"/>
          <ac:spMkLst>
            <pc:docMk/>
            <pc:sldMk cId="337467025" sldId="298"/>
            <ac:spMk id="7" creationId="{FD4A3489-E13E-F6EB-3820-3CC47CA01531}"/>
          </ac:spMkLst>
        </pc:spChg>
        <pc:spChg chg="add mod">
          <ac:chgData name="Thomas Dixon" userId="f7bf5c02-f15e-4251-9c23-f8a73065092e" providerId="ADAL" clId="{9E4F7595-43C6-4810-908A-8EA3006231F6}" dt="2026-07-05T23:58:16.085" v="4026" actId="1076"/>
          <ac:spMkLst>
            <pc:docMk/>
            <pc:sldMk cId="337467025" sldId="298"/>
            <ac:spMk id="8" creationId="{B656388F-4D28-F1BC-AFD6-9498F4F01292}"/>
          </ac:spMkLst>
        </pc:spChg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1022989359" sldId="298"/>
        </pc:sldMkLst>
      </pc:sldChg>
      <pc:sldChg chg="new del">
        <pc:chgData name="Thomas Dixon" userId="f7bf5c02-f15e-4251-9c23-f8a73065092e" providerId="ADAL" clId="{9E4F7595-43C6-4810-908A-8EA3006231F6}" dt="2026-07-05T23:56:15.641" v="3767" actId="680"/>
        <pc:sldMkLst>
          <pc:docMk/>
          <pc:sldMk cId="1685188659" sldId="298"/>
        </pc:sldMkLst>
      </pc:sldChg>
      <pc:sldChg chg="addSp delSp modSp new mod">
        <pc:chgData name="Thomas Dixon" userId="f7bf5c02-f15e-4251-9c23-f8a73065092e" providerId="ADAL" clId="{9E4F7595-43C6-4810-908A-8EA3006231F6}" dt="2026-07-06T00:00:15.533" v="4377" actId="20577"/>
        <pc:sldMkLst>
          <pc:docMk/>
          <pc:sldMk cId="2818058638" sldId="299"/>
        </pc:sldMkLst>
        <pc:spChg chg="mod">
          <ac:chgData name="Thomas Dixon" userId="f7bf5c02-f15e-4251-9c23-f8a73065092e" providerId="ADAL" clId="{9E4F7595-43C6-4810-908A-8EA3006231F6}" dt="2026-07-05T23:58:22.377" v="4048" actId="20577"/>
          <ac:spMkLst>
            <pc:docMk/>
            <pc:sldMk cId="2818058638" sldId="299"/>
            <ac:spMk id="2" creationId="{7453C06E-98AC-DE4A-D37C-E22F40C34E1D}"/>
          </ac:spMkLst>
        </pc:spChg>
        <pc:spChg chg="del">
          <ac:chgData name="Thomas Dixon" userId="f7bf5c02-f15e-4251-9c23-f8a73065092e" providerId="ADAL" clId="{9E4F7595-43C6-4810-908A-8EA3006231F6}" dt="2026-07-05T23:58:29.312" v="4050" actId="478"/>
          <ac:spMkLst>
            <pc:docMk/>
            <pc:sldMk cId="2818058638" sldId="299"/>
            <ac:spMk id="3" creationId="{68AACCC0-F1D8-7D67-EFC4-E2E48C5F582E}"/>
          </ac:spMkLst>
        </pc:spChg>
        <pc:spChg chg="add mod">
          <ac:chgData name="Thomas Dixon" userId="f7bf5c02-f15e-4251-9c23-f8a73065092e" providerId="ADAL" clId="{9E4F7595-43C6-4810-908A-8EA3006231F6}" dt="2026-07-05T23:58:48.436" v="4120" actId="14100"/>
          <ac:spMkLst>
            <pc:docMk/>
            <pc:sldMk cId="2818058638" sldId="299"/>
            <ac:spMk id="5" creationId="{DB7B761B-5201-AFCB-28B3-839487A864B5}"/>
          </ac:spMkLst>
        </pc:spChg>
        <pc:spChg chg="add mod">
          <ac:chgData name="Thomas Dixon" userId="f7bf5c02-f15e-4251-9c23-f8a73065092e" providerId="ADAL" clId="{9E4F7595-43C6-4810-908A-8EA3006231F6}" dt="2026-07-05T23:59:16.027" v="4212" actId="20577"/>
          <ac:spMkLst>
            <pc:docMk/>
            <pc:sldMk cId="2818058638" sldId="299"/>
            <ac:spMk id="6" creationId="{C19F3764-BAF6-475E-912A-100527483801}"/>
          </ac:spMkLst>
        </pc:spChg>
        <pc:spChg chg="add mod">
          <ac:chgData name="Thomas Dixon" userId="f7bf5c02-f15e-4251-9c23-f8a73065092e" providerId="ADAL" clId="{9E4F7595-43C6-4810-908A-8EA3006231F6}" dt="2026-07-05T23:59:48.647" v="4304" actId="20577"/>
          <ac:spMkLst>
            <pc:docMk/>
            <pc:sldMk cId="2818058638" sldId="299"/>
            <ac:spMk id="8" creationId="{785D3A88-6FFE-1A02-BF8C-4503D66B7509}"/>
          </ac:spMkLst>
        </pc:spChg>
        <pc:spChg chg="add mod">
          <ac:chgData name="Thomas Dixon" userId="f7bf5c02-f15e-4251-9c23-f8a73065092e" providerId="ADAL" clId="{9E4F7595-43C6-4810-908A-8EA3006231F6}" dt="2026-07-06T00:00:15.533" v="4377" actId="20577"/>
          <ac:spMkLst>
            <pc:docMk/>
            <pc:sldMk cId="2818058638" sldId="299"/>
            <ac:spMk id="10" creationId="{0039C2E0-1D85-D7C9-55A3-22B0788848AB}"/>
          </ac:spMkLst>
        </pc:spChg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3061013584" sldId="299"/>
        </pc:sldMkLst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3090827457" sldId="300"/>
        </pc:sldMkLst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912874678" sldId="302"/>
        </pc:sldMkLst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4194723124" sldId="303"/>
        </pc:sldMkLst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2009537629" sldId="304"/>
        </pc:sldMkLst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252286465" sldId="305"/>
        </pc:sldMkLst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3686618826" sldId="306"/>
        </pc:sldMkLst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1119010544" sldId="308"/>
        </pc:sldMkLst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4108601509" sldId="309"/>
        </pc:sldMkLst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1628813481" sldId="310"/>
        </pc:sldMkLst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3344763966" sldId="311"/>
        </pc:sldMkLst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52388013" sldId="312"/>
        </pc:sldMkLst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1055199835" sldId="313"/>
        </pc:sldMkLst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708339796" sldId="314"/>
        </pc:sldMkLst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226640462" sldId="315"/>
        </pc:sldMkLst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1784405131" sldId="316"/>
        </pc:sldMkLst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112839443" sldId="319"/>
        </pc:sldMkLst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1554983786" sldId="320"/>
        </pc:sldMkLst>
      </pc:sldChg>
      <pc:sldChg chg="del">
        <pc:chgData name="Thomas Dixon" userId="f7bf5c02-f15e-4251-9c23-f8a73065092e" providerId="ADAL" clId="{9E4F7595-43C6-4810-908A-8EA3006231F6}" dt="2026-07-05T23:06:10.563" v="0" actId="47"/>
        <pc:sldMkLst>
          <pc:docMk/>
          <pc:sldMk cId="1354535888" sldId="321"/>
        </pc:sldMkLst>
      </pc:sldChg>
    </pc:docChg>
  </pc:docChgLst>
  <pc:docChgLst>
    <pc:chgData name="Thomas Dixon" userId="f7bf5c02-f15e-4251-9c23-f8a73065092e" providerId="ADAL" clId="{FC9CC844-69A0-4D92-B863-F2B6C6180F3B}"/>
    <pc:docChg chg="undo custSel addSld delSld modSld">
      <pc:chgData name="Thomas Dixon" userId="f7bf5c02-f15e-4251-9c23-f8a73065092e" providerId="ADAL" clId="{FC9CC844-69A0-4D92-B863-F2B6C6180F3B}" dt="2026-07-03T03:21:03.543" v="4821" actId="20577"/>
      <pc:docMkLst>
        <pc:docMk/>
      </pc:docMkLst>
    </pc:docChg>
  </pc:docChgLst>
  <pc:docChgLst>
    <pc:chgData name="Thomas Dixon" userId="S::z3372528@ad.unsw.edu.au::f7bf5c02-f15e-4251-9c23-f8a73065092e" providerId="AD" clId="Web-{C1072AC0-0A27-D85A-3325-AE829B2479EC}"/>
    <pc:docChg chg="addSld delSld modSld">
      <pc:chgData name="Thomas Dixon" userId="S::z3372528@ad.unsw.edu.au::f7bf5c02-f15e-4251-9c23-f8a73065092e" providerId="AD" clId="Web-{C1072AC0-0A27-D85A-3325-AE829B2479EC}" dt="2026-07-03T02:02:46.694" v="83"/>
      <pc:docMkLst>
        <pc:docMk/>
      </pc:docMkLst>
      <pc:sldChg chg="modSp">
        <pc:chgData name="Thomas Dixon" userId="S::z3372528@ad.unsw.edu.au::f7bf5c02-f15e-4251-9c23-f8a73065092e" providerId="AD" clId="Web-{C1072AC0-0A27-D85A-3325-AE829B2479EC}" dt="2026-07-03T02:02:29.006" v="81" actId="20577"/>
        <pc:sldMkLst>
          <pc:docMk/>
          <pc:sldMk cId="109857222" sldId="256"/>
        </pc:sldMkLst>
        <pc:spChg chg="mod">
          <ac:chgData name="Thomas Dixon" userId="S::z3372528@ad.unsw.edu.au::f7bf5c02-f15e-4251-9c23-f8a73065092e" providerId="AD" clId="Web-{C1072AC0-0A27-D85A-3325-AE829B2479EC}" dt="2026-07-03T02:02:29.006" v="81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5A950-A25A-466E-8668-C171A7AAD950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C5922-4C3D-4736-AB12-5B45675C34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0861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Aboriginal and Torres Strait Islander people have made and are continuing to make extraordinary contributions to the scientific community and I think it likely that the future of sustainability and biodiversity here will depend on enabling and enacting Indigenous-driven solutions.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440" y="2194560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3915938"/>
            <a:ext cx="11506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2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29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88" y="2194560"/>
            <a:ext cx="11247120" cy="173736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" y="3911827"/>
            <a:ext cx="11503152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2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74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83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75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5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07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69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01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0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478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osit.co/ide/user/#rstudio-ide-oss-downloads" TargetMode="External"/><Relationship Id="rId7" Type="http://schemas.openxmlformats.org/officeDocument/2006/relationships/image" Target="../media/image15.png"/><Relationship Id="rId2" Type="http://schemas.openxmlformats.org/officeDocument/2006/relationships/hyperlink" Target="https://cloud.r-project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https://www.anaconda.com/download/success?reg=skipped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AB2DC7-70F1-6DB8-B400-4A4889A9A1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Freeform 2"/>
          <p:cNvSpPr/>
          <p:nvPr/>
        </p:nvSpPr>
        <p:spPr>
          <a:xfrm>
            <a:off x="-676941" y="1438915"/>
            <a:ext cx="5140642" cy="5140642"/>
          </a:xfrm>
          <a:custGeom>
            <a:avLst/>
            <a:gdLst/>
            <a:ahLst/>
            <a:cxnLst/>
            <a:rect l="l" t="t" r="r" b="b"/>
            <a:pathLst>
              <a:path w="7710963" h="7710963">
                <a:moveTo>
                  <a:pt x="0" y="0"/>
                </a:moveTo>
                <a:lnTo>
                  <a:pt x="7710962" y="0"/>
                </a:lnTo>
                <a:lnTo>
                  <a:pt x="7710962" y="7710963"/>
                </a:lnTo>
                <a:lnTo>
                  <a:pt x="0" y="7710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TextBox 3"/>
          <p:cNvSpPr txBox="1"/>
          <p:nvPr/>
        </p:nvSpPr>
        <p:spPr>
          <a:xfrm>
            <a:off x="851992" y="471598"/>
            <a:ext cx="10488017" cy="951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3"/>
              </a:lnSpc>
            </a:pPr>
            <a:r>
              <a:rPr lang="en-US" sz="5666" b="1">
                <a:solidFill>
                  <a:srgbClr val="F4AC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Acknowledgement of Country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20116" y="2793422"/>
            <a:ext cx="7986084" cy="2025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73"/>
              </a:lnSpc>
            </a:pPr>
            <a:r>
              <a:rPr lang="en-US" sz="2266" b="1">
                <a:solidFill>
                  <a:srgbClr val="C9C5C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 would like to acknowledge the Bedegal people as the Traditional Custodians of this land. I would also like to pay my respects to the Elders, past and present, and extend that respect to other Aboriginal and Torres Strait Islanders who are present here today.</a:t>
            </a:r>
          </a:p>
          <a:p>
            <a:pPr>
              <a:lnSpc>
                <a:spcPts val="3173"/>
              </a:lnSpc>
            </a:pPr>
            <a:endParaRPr lang="en-US" sz="2266" b="1">
              <a:solidFill>
                <a:srgbClr val="C9C5C2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SCIF2001 – Workshop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Scientific Computation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59CED-C348-AC06-76E4-6084427B4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CBAB8-1A5C-117E-5905-C32597559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arenR"/>
            </a:pPr>
            <a:r>
              <a:rPr lang="en-US" dirty="0"/>
              <a:t>Introduction to Scientific Computing using Python / R</a:t>
            </a:r>
          </a:p>
          <a:p>
            <a:pPr marL="457200" indent="-457200">
              <a:buAutoNum type="arabicParenR"/>
            </a:pPr>
            <a:r>
              <a:rPr lang="en-US" dirty="0"/>
              <a:t>Installing / using an Integrated Development Environment (IDE)</a:t>
            </a:r>
          </a:p>
          <a:p>
            <a:pPr marL="457200" indent="-457200">
              <a:buAutoNum type="arabicParenR"/>
            </a:pPr>
            <a:r>
              <a:rPr lang="en-US" dirty="0"/>
              <a:t>Some useful capabilities;</a:t>
            </a:r>
          </a:p>
          <a:p>
            <a:pPr marL="685800" lvl="1" indent="-457200">
              <a:buAutoNum type="arabicParenR"/>
            </a:pPr>
            <a:r>
              <a:rPr lang="en-US" dirty="0"/>
              <a:t>Reading / Writing Files</a:t>
            </a:r>
          </a:p>
          <a:p>
            <a:pPr marL="685800" lvl="1" indent="-457200">
              <a:buAutoNum type="arabicParenR"/>
            </a:pPr>
            <a:r>
              <a:rPr lang="en-US" dirty="0"/>
              <a:t>Plotting Data</a:t>
            </a:r>
          </a:p>
          <a:p>
            <a:pPr marL="685800" lvl="1" indent="-457200">
              <a:buAutoNum type="arabicParenR"/>
            </a:pPr>
            <a:r>
              <a:rPr lang="en-US" dirty="0"/>
              <a:t>Performing Statistical Analysis</a:t>
            </a:r>
          </a:p>
          <a:p>
            <a:pPr marL="457200" indent="-457200">
              <a:buAutoNum type="arabicParenR"/>
            </a:pPr>
            <a:r>
              <a:rPr lang="en-US" dirty="0"/>
              <a:t>AI in coding</a:t>
            </a:r>
          </a:p>
          <a:p>
            <a:pPr marL="457200" indent="-457200">
              <a:buAutoNum type="arabicParenR"/>
            </a:pPr>
            <a:r>
              <a:rPr lang="en-US" dirty="0"/>
              <a:t>Further learning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7435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F7B1F-BCDF-EEE8-D08F-FB750858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Will you learn python/R today?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934421-6F67-DDD1-D370-E0747BBF9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69" y="2246313"/>
            <a:ext cx="4206875" cy="4206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2BBE55-F83A-15AF-51F3-DA5487A74416}"/>
              </a:ext>
            </a:extLst>
          </p:cNvPr>
          <p:cNvSpPr txBox="1"/>
          <p:nvPr/>
        </p:nvSpPr>
        <p:spPr>
          <a:xfrm>
            <a:off x="6216650" y="2159000"/>
            <a:ext cx="530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Not really!</a:t>
            </a:r>
          </a:p>
          <a:p>
            <a:endParaRPr lang="en-US" sz="3200" dirty="0"/>
          </a:p>
          <a:p>
            <a:r>
              <a:rPr lang="en-US" sz="3200" dirty="0"/>
              <a:t>You’ll learn a small piece.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821050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87993-7D9C-6D3C-9F05-31A29894F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tom I already know python/R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462AA-6EC9-2E1B-3764-8E1FC25AA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099" y="2068830"/>
            <a:ext cx="4776699" cy="4206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Yay!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You could stick around to help your peers!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Or just do your own work.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D9F87-06F4-4818-5CA1-B2D64912D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34" y="2266950"/>
            <a:ext cx="5382466" cy="358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86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2A8F-2090-335F-5984-17E70DD0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Philosophy on teaching programming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F8060-2AA0-F021-88DF-4A9DFDA18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049" y="2011680"/>
            <a:ext cx="5506949" cy="42062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By today, I don’t want you to know how to do things.</a:t>
            </a:r>
          </a:p>
          <a:p>
            <a:pPr marL="0" indent="0">
              <a:buNone/>
            </a:pPr>
            <a:r>
              <a:rPr lang="en-US" dirty="0"/>
              <a:t>But I do want you to know that certain things can be done, and how to look them up!</a:t>
            </a:r>
            <a:endParaRPr lang="en-AU" dirty="0"/>
          </a:p>
        </p:txBody>
      </p:sp>
      <p:pic>
        <p:nvPicPr>
          <p:cNvPr id="4" name="Picture 3" descr="Donald Rumsfeld quote: There are known knowns; there are things we know  we...">
            <a:extLst>
              <a:ext uri="{FF2B5EF4-FFF2-40B4-BE49-F238E27FC236}">
                <a16:creationId xmlns:a16="http://schemas.microsoft.com/office/drawing/2014/main" id="{B8AE05BC-A58D-C64F-85CC-8A1A7D375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944" y="3974107"/>
            <a:ext cx="4957312" cy="232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97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3FB21-4795-53BF-09BD-42F81BCC9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On AI and 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BF805-723E-C314-C7CC-C6814BCC0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726" y="2008107"/>
            <a:ext cx="4188310" cy="4344201"/>
          </a:xfrm>
        </p:spPr>
        <p:txBody>
          <a:bodyPr anchor="t"/>
          <a:lstStyle/>
          <a:p>
            <a:r>
              <a:rPr lang="en-US" dirty="0"/>
              <a:t>I (Tom) am an AI-Hater</a:t>
            </a:r>
          </a:p>
          <a:p>
            <a:pPr lvl="1"/>
            <a:r>
              <a:rPr lang="en-US" dirty="0"/>
              <a:t>Never used an LLM or generative AI for any productive work.</a:t>
            </a:r>
          </a:p>
          <a:p>
            <a:r>
              <a:rPr lang="en-US" dirty="0"/>
              <a:t>I don’t have any advice on how to use AI to help you.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FD5A7A-750A-F383-84C5-F1B1A8E97982}"/>
              </a:ext>
            </a:extLst>
          </p:cNvPr>
          <p:cNvSpPr txBox="1">
            <a:spLocks/>
          </p:cNvSpPr>
          <p:nvPr/>
        </p:nvSpPr>
        <p:spPr>
          <a:xfrm>
            <a:off x="6794500" y="1792936"/>
            <a:ext cx="4064774" cy="38979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Tom’s Software Engineer Friends say it’s useful for:</a:t>
            </a:r>
          </a:p>
          <a:p>
            <a:r>
              <a:rPr lang="en-US" dirty="0"/>
              <a:t>Accurate boilerplate</a:t>
            </a:r>
          </a:p>
          <a:p>
            <a:r>
              <a:rPr lang="en-US" dirty="0"/>
              <a:t>Explaining code</a:t>
            </a:r>
          </a:p>
          <a:p>
            <a:r>
              <a:rPr lang="en-US" dirty="0"/>
              <a:t>Debug suggestions</a:t>
            </a:r>
          </a:p>
          <a:p>
            <a:r>
              <a:rPr lang="en-US" dirty="0"/>
              <a:t>Error message explanations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D66B990-2980-3039-FC80-B5313F0F7833}"/>
              </a:ext>
            </a:extLst>
          </p:cNvPr>
          <p:cNvSpPr txBox="1">
            <a:spLocks/>
          </p:cNvSpPr>
          <p:nvPr/>
        </p:nvSpPr>
        <p:spPr>
          <a:xfrm>
            <a:off x="1470393" y="3965862"/>
            <a:ext cx="4188310" cy="17179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One of my </a:t>
            </a:r>
            <a:r>
              <a:rPr lang="en-US" dirty="0" err="1"/>
              <a:t>favourite</a:t>
            </a:r>
            <a:r>
              <a:rPr lang="en-US" dirty="0"/>
              <a:t> videos  </a:t>
            </a:r>
          </a:p>
        </p:txBody>
      </p:sp>
      <p:pic>
        <p:nvPicPr>
          <p:cNvPr id="7" name="Picture 6" descr="A qr code with a few black squares&#10;&#10;AI-generated content may be incorrect.">
            <a:extLst>
              <a:ext uri="{FF2B5EF4-FFF2-40B4-BE49-F238E27FC236}">
                <a16:creationId xmlns:a16="http://schemas.microsoft.com/office/drawing/2014/main" id="{59D556DF-C9BD-3AA1-48B0-4AF405A70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37" y="4605961"/>
            <a:ext cx="2013045" cy="1996408"/>
          </a:xfrm>
          <a:prstGeom prst="rect">
            <a:avLst/>
          </a:prstGeom>
        </p:spPr>
      </p:pic>
      <p:pic>
        <p:nvPicPr>
          <p:cNvPr id="9" name="Picture 8" descr="A screenshot of a video&#10;&#10;AI-generated content may be incorrect.">
            <a:extLst>
              <a:ext uri="{FF2B5EF4-FFF2-40B4-BE49-F238E27FC236}">
                <a16:creationId xmlns:a16="http://schemas.microsoft.com/office/drawing/2014/main" id="{467A2FBB-EAE2-337D-69C5-10CF9A1C53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742" y="4659390"/>
            <a:ext cx="2738399" cy="19429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C11BC6-8DCC-C33D-9DA4-3D3628D3A5A0}"/>
              </a:ext>
            </a:extLst>
          </p:cNvPr>
          <p:cNvSpPr txBox="1"/>
          <p:nvPr/>
        </p:nvSpPr>
        <p:spPr>
          <a:xfrm>
            <a:off x="7362162" y="5032709"/>
            <a:ext cx="36248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“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Segoe UI Historic" panose="020B0502040204020203" pitchFamily="34" charset="0"/>
              </a:rPr>
              <a:t>I think the key thing is that it can ultimately make you faster, but not better.”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072937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7C72-232C-0780-3A97-4D71849F55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and r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8105E-2C25-23EA-C193-E96827F34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7146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B791A-F8C2-4366-1C11-6886A5A64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99EEE-C509-D9D3-E833-C02E06665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619" y="2056130"/>
            <a:ext cx="4893081" cy="42062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Python and R are both computing languages adept at </a:t>
            </a:r>
            <a:r>
              <a:rPr lang="en-US" b="1" dirty="0"/>
              <a:t>doing calculations on data and making nice figures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They have a lot of packages to </a:t>
            </a:r>
            <a:r>
              <a:rPr lang="en-US" b="1" dirty="0"/>
              <a:t>do very cool things with data</a:t>
            </a:r>
            <a:r>
              <a:rPr lang="en-US" dirty="0"/>
              <a:t> – but we’ll not learn them!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They’re also good at doing simulations</a:t>
            </a:r>
            <a:r>
              <a:rPr lang="en-US" dirty="0"/>
              <a:t>.</a:t>
            </a:r>
            <a:endParaRPr lang="en-A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62CE14-C519-2990-B575-17550FFC7AC2}"/>
              </a:ext>
            </a:extLst>
          </p:cNvPr>
          <p:cNvSpPr txBox="1"/>
          <p:nvPr/>
        </p:nvSpPr>
        <p:spPr>
          <a:xfrm>
            <a:off x="6540500" y="2882900"/>
            <a:ext cx="48323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If what you’re doing is too complicated for Excel, then you should use a scientific programming language.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1651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717D-0EA9-DFC8-3F20-946FBC9DE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or R?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734C1-8EAB-BDA8-A896-BD1E14CDC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1891030"/>
            <a:ext cx="9992131" cy="8394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There’s a lot of overlap in the capabilities of Python and R.  You can do nearly everything in both. Questions to consider: 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7508AC1-75CA-5929-0A06-43E10531C2FC}"/>
              </a:ext>
            </a:extLst>
          </p:cNvPr>
          <p:cNvSpPr txBox="1">
            <a:spLocks/>
          </p:cNvSpPr>
          <p:nvPr/>
        </p:nvSpPr>
        <p:spPr>
          <a:xfrm>
            <a:off x="6575019" y="2011680"/>
            <a:ext cx="4893081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1F7544-75DE-9148-12CD-5BC14267C2CE}"/>
              </a:ext>
            </a:extLst>
          </p:cNvPr>
          <p:cNvSpPr txBox="1">
            <a:spLocks/>
          </p:cNvSpPr>
          <p:nvPr/>
        </p:nvSpPr>
        <p:spPr>
          <a:xfrm>
            <a:off x="1130301" y="3009265"/>
            <a:ext cx="3460750" cy="762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b="1" dirty="0"/>
              <a:t>What does my supervisor/group use?</a:t>
            </a:r>
            <a:endParaRPr lang="en-AU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EE12F7C-C2F5-EB0B-A807-6EF271067C3C}"/>
              </a:ext>
            </a:extLst>
          </p:cNvPr>
          <p:cNvSpPr txBox="1">
            <a:spLocks/>
          </p:cNvSpPr>
          <p:nvPr/>
        </p:nvSpPr>
        <p:spPr>
          <a:xfrm>
            <a:off x="1130301" y="4606912"/>
            <a:ext cx="3460750" cy="762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b="1" dirty="0"/>
              <a:t>Do I want to get a job outside academia?</a:t>
            </a:r>
            <a:endParaRPr lang="en-AU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8272BD-FD38-1543-2CD1-B15F77C4C46A}"/>
              </a:ext>
            </a:extLst>
          </p:cNvPr>
          <p:cNvSpPr txBox="1">
            <a:spLocks/>
          </p:cNvSpPr>
          <p:nvPr/>
        </p:nvSpPr>
        <p:spPr>
          <a:xfrm>
            <a:off x="6254750" y="3072779"/>
            <a:ext cx="4254501" cy="1054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b="1" dirty="0"/>
              <a:t>Do I have niche interests or just want to do ‘normal’ things?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4073797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B6632-A736-DD07-438F-C72F37B07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Scripting vs ‘Visual’ </a:t>
            </a:r>
            <a:r>
              <a:rPr lang="en-US" dirty="0" err="1"/>
              <a:t>progrmaming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09192-FE6D-BDAF-12B9-DAC5B3CA2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80"/>
            <a:ext cx="4410481" cy="42062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python and R, you’re writing a series of instructions that you then execute. Things are only displayed if you tell them to be displayed.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0E5F07-1AFF-AF04-9FC4-E4BD1702E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39" y="3901282"/>
            <a:ext cx="5137661" cy="2535382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7B735083-37BC-3ABE-12A0-3178549E3AF2}"/>
              </a:ext>
            </a:extLst>
          </p:cNvPr>
          <p:cNvSpPr/>
          <p:nvPr/>
        </p:nvSpPr>
        <p:spPr>
          <a:xfrm>
            <a:off x="5816602" y="4679950"/>
            <a:ext cx="1524000" cy="1041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4912A2-B429-AC6A-91AF-05035BCA4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278" y="2317750"/>
            <a:ext cx="3808145" cy="43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398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9A4D4-0B04-3C9B-6B51-272F07EBC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84176"/>
            <a:ext cx="10224999" cy="1508760"/>
          </a:xfrm>
        </p:spPr>
        <p:txBody>
          <a:bodyPr/>
          <a:lstStyle/>
          <a:p>
            <a:r>
              <a:rPr lang="en-US" dirty="0"/>
              <a:t>Integrated Development Environment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B46E3-FBE7-4E97-7AC9-4972A1304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80"/>
            <a:ext cx="3978681" cy="42062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Something that lets you:</a:t>
            </a:r>
          </a:p>
          <a:p>
            <a:pPr>
              <a:buFontTx/>
              <a:buChar char="-"/>
            </a:pPr>
            <a:r>
              <a:rPr lang="en-US" dirty="0"/>
              <a:t>Write Code</a:t>
            </a:r>
          </a:p>
          <a:p>
            <a:pPr>
              <a:buFontTx/>
              <a:buChar char="-"/>
            </a:pPr>
            <a:r>
              <a:rPr lang="en-US" dirty="0"/>
              <a:t>Run Code</a:t>
            </a:r>
          </a:p>
          <a:p>
            <a:pPr>
              <a:buFontTx/>
              <a:buChar char="-"/>
            </a:pPr>
            <a:r>
              <a:rPr lang="en-US" dirty="0"/>
              <a:t>Look at the outputs of Code</a:t>
            </a:r>
          </a:p>
          <a:p>
            <a:pPr>
              <a:buFontTx/>
              <a:buChar char="-"/>
            </a:pPr>
            <a:r>
              <a:rPr lang="en-US" dirty="0"/>
              <a:t>(Look at all the variables even if you didn’t ask!)</a:t>
            </a:r>
          </a:p>
          <a:p>
            <a:pPr marL="0" indent="0">
              <a:buNone/>
            </a:pPr>
            <a:r>
              <a:rPr lang="en-US" dirty="0"/>
              <a:t>Is called an Integrated Development Environment, or IDE.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358E96-BFB3-4B89-12AA-CD2A5F24849F}"/>
              </a:ext>
            </a:extLst>
          </p:cNvPr>
          <p:cNvSpPr txBox="1"/>
          <p:nvPr/>
        </p:nvSpPr>
        <p:spPr>
          <a:xfrm>
            <a:off x="6572250" y="1782311"/>
            <a:ext cx="539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R, the most popular IDE is called </a:t>
            </a:r>
            <a:r>
              <a:rPr lang="en-US" b="1" dirty="0"/>
              <a:t>R studio</a:t>
            </a:r>
            <a:endParaRPr lang="en-AU" b="1" dirty="0"/>
          </a:p>
        </p:txBody>
      </p:sp>
      <p:pic>
        <p:nvPicPr>
          <p:cNvPr id="5" name="Picture 4" descr="A screenshot of the RStudio UI. There are 4 primary panes, the source, console, environment, and output panes.">
            <a:extLst>
              <a:ext uri="{FF2B5EF4-FFF2-40B4-BE49-F238E27FC236}">
                <a16:creationId xmlns:a16="http://schemas.microsoft.com/office/drawing/2014/main" id="{17513AF1-3311-56F4-7A84-EF8BAA2CD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50" y="2230925"/>
            <a:ext cx="3079750" cy="2315088"/>
          </a:xfrm>
          <a:prstGeom prst="rect">
            <a:avLst/>
          </a:prstGeom>
        </p:spPr>
      </p:pic>
      <p:pic>
        <p:nvPicPr>
          <p:cNvPr id="7" name="Picture 6" descr="Rstudio logo">
            <a:extLst>
              <a:ext uri="{FF2B5EF4-FFF2-40B4-BE49-F238E27FC236}">
                <a16:creationId xmlns:a16="http://schemas.microsoft.com/office/drawing/2014/main" id="{1BFFD3FE-EDE5-C031-780F-0A3775E16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499" y="2474959"/>
            <a:ext cx="2637996" cy="10936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21143F-036D-8953-6DB0-147A86275794}"/>
              </a:ext>
            </a:extLst>
          </p:cNvPr>
          <p:cNvSpPr txBox="1"/>
          <p:nvPr/>
        </p:nvSpPr>
        <p:spPr>
          <a:xfrm>
            <a:off x="5753100" y="4498972"/>
            <a:ext cx="539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Python, I like Spyder:</a:t>
            </a:r>
            <a:endParaRPr lang="en-AU" b="1" dirty="0"/>
          </a:p>
        </p:txBody>
      </p:sp>
      <p:pic>
        <p:nvPicPr>
          <p:cNvPr id="11" name="Picture 10" descr="2.2. Installing and configuring Spyder — Biomechanical Analysis using Python  and Kinetics Toolkit">
            <a:extLst>
              <a:ext uri="{FF2B5EF4-FFF2-40B4-BE49-F238E27FC236}">
                <a16:creationId xmlns:a16="http://schemas.microsoft.com/office/drawing/2014/main" id="{248893C9-0FE3-4DB2-A865-01D5B1871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4750" y="4625295"/>
            <a:ext cx="2504336" cy="216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578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5C8AB-0EF8-F85A-E076-8F4C714AC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1: Install an IDE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EB55F-F438-ECAA-8FA7-B5871413E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1865066"/>
            <a:ext cx="4404131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R-Studio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1220CA8-3D11-E6F2-6E65-23DF951AAF52}"/>
              </a:ext>
            </a:extLst>
          </p:cNvPr>
          <p:cNvSpPr txBox="1">
            <a:spLocks/>
          </p:cNvSpPr>
          <p:nvPr/>
        </p:nvSpPr>
        <p:spPr>
          <a:xfrm>
            <a:off x="622300" y="2264529"/>
            <a:ext cx="3400831" cy="477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>
                <a:hlinkClick r:id="rId2"/>
              </a:rPr>
              <a:t>Download R </a:t>
            </a:r>
            <a:r>
              <a:rPr lang="en-US" dirty="0"/>
              <a:t>(the language)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28457E5-E7FA-1117-A618-8CC4F38C9FED}"/>
              </a:ext>
            </a:extLst>
          </p:cNvPr>
          <p:cNvSpPr txBox="1">
            <a:spLocks/>
          </p:cNvSpPr>
          <p:nvPr/>
        </p:nvSpPr>
        <p:spPr>
          <a:xfrm>
            <a:off x="363353" y="4285306"/>
            <a:ext cx="3400831" cy="477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Download </a:t>
            </a:r>
            <a:r>
              <a:rPr lang="en-US" dirty="0">
                <a:hlinkClick r:id="rId3"/>
              </a:rPr>
              <a:t>RStudio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A6DF5C-5DF0-2965-A4D8-2AAAFE75FA6A}"/>
              </a:ext>
            </a:extLst>
          </p:cNvPr>
          <p:cNvSpPr txBox="1">
            <a:spLocks/>
          </p:cNvSpPr>
          <p:nvPr/>
        </p:nvSpPr>
        <p:spPr>
          <a:xfrm>
            <a:off x="8511769" y="2011680"/>
            <a:ext cx="1876831" cy="477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For Python</a:t>
            </a:r>
            <a:endParaRPr lang="en-AU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9B856AD-6DD4-2DB8-07F3-05D3EE6275A1}"/>
              </a:ext>
            </a:extLst>
          </p:cNvPr>
          <p:cNvSpPr txBox="1">
            <a:spLocks/>
          </p:cNvSpPr>
          <p:nvPr/>
        </p:nvSpPr>
        <p:spPr>
          <a:xfrm>
            <a:off x="7521169" y="2542844"/>
            <a:ext cx="4048531" cy="886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>
                <a:hlinkClick r:id="rId4"/>
              </a:rPr>
              <a:t>Download Anaconda </a:t>
            </a:r>
            <a:r>
              <a:rPr lang="en-US" dirty="0"/>
              <a:t>and then open Spyder</a:t>
            </a:r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272956-B2FB-E380-F2D4-18447DC0FF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9550" y="3581400"/>
            <a:ext cx="2807449" cy="28074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B7D81B-7A5F-2A17-A3F4-D22346E92C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384" y="2572694"/>
            <a:ext cx="2092135" cy="20921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42CE7B-B59C-322F-FE84-B2561FEF7B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06" y="4688134"/>
            <a:ext cx="2064944" cy="206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462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AA9BE-DE08-316E-C2F6-C5EBF1CC25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Some useful capabilities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F04D0-F6AA-7B4A-B272-1E16BE2ECC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Pick one (or more) of the following and try to get it! I’ll be floating around to help.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32444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1FD8-7D16-1DA4-A30B-BB54041AC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learn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0FE33-92D5-4103-75A0-7865A6FC1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From here, the best way to learn is to:</a:t>
            </a:r>
          </a:p>
          <a:p>
            <a:pPr marL="457200" indent="-457200">
              <a:buAutoNum type="arabicParenR"/>
            </a:pPr>
            <a:r>
              <a:rPr lang="en-US" dirty="0"/>
              <a:t>Identify the action you want to undertake (be as specific as possible).</a:t>
            </a:r>
          </a:p>
          <a:p>
            <a:pPr marL="457200" indent="-457200">
              <a:buAutoNum type="arabicParenR"/>
            </a:pPr>
            <a:r>
              <a:rPr lang="en-US" dirty="0"/>
              <a:t>Google “action in Python/R” OR ask an LLM how to “action in Python/R” </a:t>
            </a:r>
          </a:p>
          <a:p>
            <a:pPr marL="457200" indent="-457200">
              <a:buAutoNum type="arabicParenR"/>
            </a:pPr>
            <a:r>
              <a:rPr lang="en-US" dirty="0"/>
              <a:t>Read and (try to) understand the action.</a:t>
            </a:r>
          </a:p>
          <a:p>
            <a:pPr marL="457200" indent="-457200">
              <a:buAutoNum type="arabicParenR"/>
            </a:pPr>
            <a:r>
              <a:rPr lang="en-US" dirty="0"/>
              <a:t>Repeat until you can do the thing you want to do.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589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E4185-5EDB-D74C-6D9B-F484F6932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Read/Write a file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8E2D4-E7A7-C40B-A2E8-B92F0CDAD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469" y="2125980"/>
            <a:ext cx="3731031" cy="11506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I’ve put a stupidly long CSV on the </a:t>
            </a:r>
            <a:r>
              <a:rPr lang="en-US" dirty="0" err="1"/>
              <a:t>moodle</a:t>
            </a:r>
            <a:r>
              <a:rPr lang="en-US" dirty="0"/>
              <a:t>. What is the sum of all the values?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E68223-7709-06A0-F92F-4381A9EA954A}"/>
              </a:ext>
            </a:extLst>
          </p:cNvPr>
          <p:cNvSpPr txBox="1">
            <a:spLocks/>
          </p:cNvSpPr>
          <p:nvPr/>
        </p:nvSpPr>
        <p:spPr>
          <a:xfrm>
            <a:off x="6456909" y="1846580"/>
            <a:ext cx="3731031" cy="1709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Actions: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dirty="0"/>
              <a:t>Read a CSV in Python/R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dirty="0"/>
              <a:t>Add all values together.</a:t>
            </a: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6C43ED-9AD3-076C-12EA-5BDF2DF70CBC}"/>
              </a:ext>
            </a:extLst>
          </p:cNvPr>
          <p:cNvSpPr txBox="1">
            <a:spLocks/>
          </p:cNvSpPr>
          <p:nvPr/>
        </p:nvSpPr>
        <p:spPr>
          <a:xfrm>
            <a:off x="904468" y="4399280"/>
            <a:ext cx="3731031" cy="1150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Output the CSV where every number is multiplied by 3</a:t>
            </a: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34F12F-1E8A-BEB3-F42A-A8D5BF509DED}"/>
              </a:ext>
            </a:extLst>
          </p:cNvPr>
          <p:cNvSpPr txBox="1">
            <a:spLocks/>
          </p:cNvSpPr>
          <p:nvPr/>
        </p:nvSpPr>
        <p:spPr>
          <a:xfrm>
            <a:off x="6456908" y="3669665"/>
            <a:ext cx="3731031" cy="2305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Actions: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dirty="0"/>
              <a:t>Read a CSV in Python/R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dirty="0"/>
              <a:t>Go through the values and multiply each by 3.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dirty="0"/>
              <a:t>Write a CSV in Python/R</a:t>
            </a:r>
          </a:p>
        </p:txBody>
      </p:sp>
    </p:spTree>
    <p:extLst>
      <p:ext uri="{BB962C8B-B14F-4D97-AF65-F5344CB8AC3E}">
        <p14:creationId xmlns:p14="http://schemas.microsoft.com/office/powerpoint/2010/main" val="2230743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F03AF-83E8-FE59-57DC-A40434C8A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data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7CBE2F5-1F7E-FDAC-E99C-080DFA2AF433}"/>
              </a:ext>
            </a:extLst>
          </p:cNvPr>
          <p:cNvSpPr txBox="1">
            <a:spLocks/>
          </p:cNvSpPr>
          <p:nvPr/>
        </p:nvSpPr>
        <p:spPr>
          <a:xfrm>
            <a:off x="1336269" y="2145030"/>
            <a:ext cx="3731031" cy="1150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With the stupidly long CSV, generate a </a:t>
            </a:r>
            <a:r>
              <a:rPr lang="en-US" b="1" dirty="0"/>
              <a:t>histogram</a:t>
            </a:r>
            <a:r>
              <a:rPr lang="en-US" dirty="0"/>
              <a:t>.</a:t>
            </a: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01526E7-621A-F45D-13C7-65502735F58C}"/>
              </a:ext>
            </a:extLst>
          </p:cNvPr>
          <p:cNvSpPr txBox="1">
            <a:spLocks/>
          </p:cNvSpPr>
          <p:nvPr/>
        </p:nvSpPr>
        <p:spPr>
          <a:xfrm>
            <a:off x="6456909" y="1846580"/>
            <a:ext cx="3731031" cy="1709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Actions: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dirty="0"/>
              <a:t>Read a CSV in Python/R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dirty="0"/>
              <a:t>Plot a histogram of data.</a:t>
            </a: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4A3489-E13E-F6EB-3820-3CC47CA01531}"/>
              </a:ext>
            </a:extLst>
          </p:cNvPr>
          <p:cNvSpPr txBox="1">
            <a:spLocks/>
          </p:cNvSpPr>
          <p:nvPr/>
        </p:nvSpPr>
        <p:spPr>
          <a:xfrm>
            <a:off x="1202919" y="4316730"/>
            <a:ext cx="3731031" cy="1150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Plot </a:t>
            </a:r>
            <a:r>
              <a:rPr lang="en-US" b="1" dirty="0"/>
              <a:t>two histograms</a:t>
            </a:r>
            <a:r>
              <a:rPr lang="en-US" dirty="0"/>
              <a:t> on top of each other; one with 100 times the bins!</a:t>
            </a: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656388F-4D28-F1BC-AFD6-9498F4F01292}"/>
              </a:ext>
            </a:extLst>
          </p:cNvPr>
          <p:cNvSpPr txBox="1">
            <a:spLocks/>
          </p:cNvSpPr>
          <p:nvPr/>
        </p:nvSpPr>
        <p:spPr>
          <a:xfrm>
            <a:off x="6514059" y="3872230"/>
            <a:ext cx="3731031" cy="25793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Actions: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dirty="0"/>
              <a:t>Read a CSV in Python/R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dirty="0"/>
              <a:t>Plot a histogram of data.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dirty="0" err="1"/>
              <a:t>Customise</a:t>
            </a:r>
            <a:r>
              <a:rPr lang="en-US" dirty="0"/>
              <a:t> a histogram.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dirty="0"/>
              <a:t>Plot two items on the same graph.</a:t>
            </a: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67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C06E-98AC-DE4A-D37C-E22F40C34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Analysis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B7B761B-5201-AFCB-28B3-839487A864B5}"/>
              </a:ext>
            </a:extLst>
          </p:cNvPr>
          <p:cNvSpPr txBox="1">
            <a:spLocks/>
          </p:cNvSpPr>
          <p:nvPr/>
        </p:nvSpPr>
        <p:spPr>
          <a:xfrm>
            <a:off x="1009651" y="2145030"/>
            <a:ext cx="4057650" cy="120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With the stupidly long CSV, generate the summary statistics (mean, standard deviation)</a:t>
            </a: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19F3764-BAF6-475E-912A-100527483801}"/>
              </a:ext>
            </a:extLst>
          </p:cNvPr>
          <p:cNvSpPr txBox="1">
            <a:spLocks/>
          </p:cNvSpPr>
          <p:nvPr/>
        </p:nvSpPr>
        <p:spPr>
          <a:xfrm>
            <a:off x="1009651" y="4189730"/>
            <a:ext cx="4057650" cy="120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Split the stupidly long CSV in half and compare the halves with a p-test!</a:t>
            </a: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5D3A88-6FFE-1A02-BF8C-4503D66B7509}"/>
              </a:ext>
            </a:extLst>
          </p:cNvPr>
          <p:cNvSpPr txBox="1">
            <a:spLocks/>
          </p:cNvSpPr>
          <p:nvPr/>
        </p:nvSpPr>
        <p:spPr>
          <a:xfrm>
            <a:off x="6456909" y="1846580"/>
            <a:ext cx="3731031" cy="170942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Actions: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dirty="0"/>
              <a:t>Read a CSV in Python/R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dirty="0"/>
              <a:t>Calculate mean of data.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dirty="0"/>
              <a:t>Calculate standard deviation of data.</a:t>
            </a: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039C2E0-1D85-D7C9-55A3-22B0788848AB}"/>
              </a:ext>
            </a:extLst>
          </p:cNvPr>
          <p:cNvSpPr txBox="1">
            <a:spLocks/>
          </p:cNvSpPr>
          <p:nvPr/>
        </p:nvSpPr>
        <p:spPr>
          <a:xfrm>
            <a:off x="6514059" y="3872230"/>
            <a:ext cx="3731031" cy="2579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Actions: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dirty="0"/>
              <a:t>Read a CSV in Python/R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dirty="0"/>
              <a:t>Split a dataset in two.</a:t>
            </a:r>
          </a:p>
          <a:p>
            <a:pPr marL="457200" indent="-457200">
              <a:buFont typeface="Wingdings" pitchFamily="2" charset="2"/>
              <a:buAutoNum type="arabicParenR"/>
            </a:pPr>
            <a:r>
              <a:rPr lang="en-US" dirty="0"/>
              <a:t>Perform a P test </a:t>
            </a:r>
            <a:r>
              <a:rPr lang="en-US"/>
              <a:t>of each. </a:t>
            </a:r>
            <a:endParaRPr lang="en-US" dirty="0"/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0586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FULLVERSION" val="1.3.4.13"/>
  <p:tag name="TPLASTSAVEPRODUCT" val="EchoPoll for PowerPoint"/>
  <p:tag name="TPLASTSAVEVERSION" val="6.2 PC"/>
  <p:tag name="TPOS" val="2"/>
  <p:tag name="TPVERSION" val="8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606060"/>
      </a:dk2>
      <a:lt2>
        <a:srgbClr val="EDEDED"/>
      </a:lt2>
      <a:accent1>
        <a:srgbClr val="FFC000"/>
      </a:accent1>
      <a:accent2>
        <a:srgbClr val="A5D028"/>
      </a:accent2>
      <a:accent3>
        <a:srgbClr val="0CC978"/>
      </a:accent3>
      <a:accent4>
        <a:srgbClr val="099BDD"/>
      </a:accent4>
      <a:accent5>
        <a:srgbClr val="47BFCD"/>
      </a:accent5>
      <a:accent6>
        <a:srgbClr val="DD7C15"/>
      </a:accent6>
      <a:hlink>
        <a:srgbClr val="FF9933"/>
      </a:hlink>
      <a:folHlink>
        <a:srgbClr val="B2B2B2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1D2DA32-AC8B-4194-BF85-FF4A5B40EB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6DA40B4B132B458830ECC69B134F0C" ma:contentTypeVersion="21" ma:contentTypeDescription="Create a new document." ma:contentTypeScope="" ma:versionID="fb19263bfefaa430189e373ed49919c2">
  <xsd:schema xmlns:xsd="http://www.w3.org/2001/XMLSchema" xmlns:xs="http://www.w3.org/2001/XMLSchema" xmlns:p="http://schemas.microsoft.com/office/2006/metadata/properties" xmlns:ns2="48075332-7121-4586-9b37-001832929c65" xmlns:ns3="7f4c7624-56f4-4a21-b954-4b513324e890" targetNamespace="http://schemas.microsoft.com/office/2006/metadata/properties" ma:root="true" ma:fieldsID="792fb3534e68e12bb9eea1a5b88660a7" ns2:_="" ns3:_="">
    <xsd:import namespace="48075332-7121-4586-9b37-001832929c65"/>
    <xsd:import namespace="7f4c7624-56f4-4a21-b954-4b513324e8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DateandTim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075332-7121-4586-9b37-001832929c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b026aac-6b52-4d7e-a64d-f3ee90946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ateandTime" ma:index="24" nillable="true" ma:displayName="Date and Time" ma:format="DateTime" ma:internalName="DateandTime">
      <xsd:simpleType>
        <xsd:restriction base="dms:DateTim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4c7624-56f4-4a21-b954-4b513324e89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e1a186b-acfc-41a4-bd9d-4c4cd7a3e549}" ma:internalName="TaxCatchAll" ma:showField="CatchAllData" ma:web="7f4c7624-56f4-4a21-b954-4b513324e8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andTime xmlns="48075332-7121-4586-9b37-001832929c65" xsi:nil="true"/>
    <lcf76f155ced4ddcb4097134ff3c332f xmlns="48075332-7121-4586-9b37-001832929c65">
      <Terms xmlns="http://schemas.microsoft.com/office/infopath/2007/PartnerControls"/>
    </lcf76f155ced4ddcb4097134ff3c332f>
    <TaxCatchAll xmlns="7f4c7624-56f4-4a21-b954-4b513324e890" xsi:nil="true"/>
  </documentManagement>
</p:properties>
</file>

<file path=customXml/itemProps1.xml><?xml version="1.0" encoding="utf-8"?>
<ds:datastoreItem xmlns:ds="http://schemas.openxmlformats.org/officeDocument/2006/customXml" ds:itemID="{96CE05B9-F4D6-467A-814E-0177B379DC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075332-7121-4586-9b37-001832929c65"/>
    <ds:schemaRef ds:uri="7f4c7624-56f4-4a21-b954-4b513324e8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BA6CAB-DA85-4E31-8B8F-1066461AA2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F7B913-9F69-401F-83E4-15E2EC315835}">
  <ds:schemaRefs>
    <ds:schemaRef ds:uri="http://schemas.microsoft.com/office/infopath/2007/PartnerControls"/>
    <ds:schemaRef ds:uri="http://schemas.microsoft.com/office/2006/metadata/properties"/>
    <ds:schemaRef ds:uri="48075332-7121-4586-9b37-001832929c65"/>
    <ds:schemaRef ds:uri="http://purl.org/dc/terms/"/>
    <ds:schemaRef ds:uri="http://purl.org/dc/elements/1.1/"/>
    <ds:schemaRef ds:uri="http://schemas.microsoft.com/office/2006/documentManagement/types"/>
    <ds:schemaRef ds:uri="http://purl.org/dc/dcmitype/"/>
    <ds:schemaRef ds:uri="7f4c7624-56f4-4a21-b954-4b513324e890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ff6cfa4-e715-48db-b8e1-0867b9f9fba3}" enabled="0" method="" siteId="{3ff6cfa4-e715-48db-b8e1-0867b9f9fba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122</TotalTime>
  <Words>861</Words>
  <Application>Microsoft Office PowerPoint</Application>
  <PresentationFormat>Widescreen</PresentationFormat>
  <Paragraphs>109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Canva Sans Bold</vt:lpstr>
      <vt:lpstr>Corbel</vt:lpstr>
      <vt:lpstr>Segoe UI Historic</vt:lpstr>
      <vt:lpstr>Wingdings</vt:lpstr>
      <vt:lpstr>Banded</vt:lpstr>
      <vt:lpstr>PowerPoint Presentation</vt:lpstr>
      <vt:lpstr>SCIF2001 – Workshop 4</vt:lpstr>
      <vt:lpstr>Today’s Plan</vt:lpstr>
      <vt:lpstr>Will you learn python/R today?</vt:lpstr>
      <vt:lpstr>But tom I already know python/R</vt:lpstr>
      <vt:lpstr>My Philosophy on teaching programming</vt:lpstr>
      <vt:lpstr>On AI and Coding</vt:lpstr>
      <vt:lpstr>Python and r</vt:lpstr>
      <vt:lpstr>PowerPoint Presentation</vt:lpstr>
      <vt:lpstr>Python or R?</vt:lpstr>
      <vt:lpstr>Scripting vs ‘Visual’ progrmaming</vt:lpstr>
      <vt:lpstr>Integrated Development Environment</vt:lpstr>
      <vt:lpstr>Activity 1: Install an IDE</vt:lpstr>
      <vt:lpstr>Some useful capabilities</vt:lpstr>
      <vt:lpstr>How to learn </vt:lpstr>
      <vt:lpstr>Read/Write a file</vt:lpstr>
      <vt:lpstr>Plot data</vt:lpstr>
      <vt:lpstr>Statistical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Dixon</dc:creator>
  <cp:lastModifiedBy>Thomas Dixon</cp:lastModifiedBy>
  <cp:revision>6</cp:revision>
  <dcterms:created xsi:type="dcterms:W3CDTF">2025-09-10T00:46:01Z</dcterms:created>
  <dcterms:modified xsi:type="dcterms:W3CDTF">2026-07-06T00:00:16Z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0x010100AA6DA40B4B132B458830ECC69B134F0C</vt:lpwstr>
  </property>
  <property fmtid="{D5CDD505-2E9C-101B-9397-08002B2CF9AE}" pid="3" name="MediaServiceImageTags">
    <vt:lpwstr/>
  </property>
</Properties>
</file>